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4157e0c444678" /><Relationship Type="http://schemas.openxmlformats.org/officeDocument/2006/relationships/extended-properties" Target="/docProps/app.xml" Id="R23f8ac2304664a93" /><Relationship Type="http://schemas.openxmlformats.org/officeDocument/2006/relationships/officeDocument" Target="/ppt/presentation.xml" Id="Rfe188ef7cbda43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485e9607354cd8"/>
  </p:sldMasterIdLst>
  <p:notesMasterIdLst>
    <p:notesMasterId xmlns:r="http://schemas.openxmlformats.org/officeDocument/2006/relationships" r:id="R0db926d8c13e4d5b"/>
  </p:notesMasterIdLst>
  <p:sldIdLst>
    <p:sldId xmlns:r="http://schemas.openxmlformats.org/officeDocument/2006/relationships" id="256" r:id="Rdb75b4f61fdf4700"/>
    <p:sldId xmlns:r="http://schemas.openxmlformats.org/officeDocument/2006/relationships" id="257" r:id="R104edfcebebd4b28"/>
    <p:sldId xmlns:r="http://schemas.openxmlformats.org/officeDocument/2006/relationships" id="258" r:id="Rb5130803ecb349a3"/>
    <p:sldId xmlns:r="http://schemas.openxmlformats.org/officeDocument/2006/relationships" id="259" r:id="Re265e3479b424558"/>
    <p:sldId xmlns:r="http://schemas.openxmlformats.org/officeDocument/2006/relationships" id="260" r:id="Rea9729dd07f044b3"/>
    <p:sldId xmlns:r="http://schemas.openxmlformats.org/officeDocument/2006/relationships" id="261" r:id="R5280be17eb074b57"/>
    <p:sldId xmlns:r="http://schemas.openxmlformats.org/officeDocument/2006/relationships" id="262" r:id="R50a8d51deac84696"/>
    <p:sldId xmlns:r="http://schemas.openxmlformats.org/officeDocument/2006/relationships" id="263" r:id="R17e3f7410e9549af"/>
    <p:sldId xmlns:r="http://schemas.openxmlformats.org/officeDocument/2006/relationships" id="264" r:id="R900dbed53e0b45ab"/>
    <p:sldId xmlns:r="http://schemas.openxmlformats.org/officeDocument/2006/relationships" id="265" r:id="R19d652a39d1b4bfc"/>
    <p:sldId xmlns:r="http://schemas.openxmlformats.org/officeDocument/2006/relationships" id="266" r:id="R92fc7607eb084d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c6de2ebccb445f" /><Relationship Type="http://schemas.openxmlformats.org/officeDocument/2006/relationships/slideMaster" Target="/ppt/slideMasters/slideMaster1.xml" Id="R3f485e9607354cd8" /><Relationship Type="http://schemas.openxmlformats.org/officeDocument/2006/relationships/notesMaster" Target="/ppt/notesMasters/notesMaster1.xml" Id="R0db926d8c13e4d5b" /><Relationship Type="http://schemas.openxmlformats.org/officeDocument/2006/relationships/presProps" Target="/ppt/presProps.xml" Id="R48a6ff2eb895447c" /><Relationship Type="http://schemas.openxmlformats.org/officeDocument/2006/relationships/tableStyles" Target="/ppt/tableStyles.xml" Id="R61e589e7bc454f7b" /><Relationship Type="http://schemas.openxmlformats.org/officeDocument/2006/relationships/slide" Target="/ppt/slides/slide1.xml" Id="Rdb75b4f61fdf4700" /><Relationship Type="http://schemas.openxmlformats.org/officeDocument/2006/relationships/slide" Target="/ppt/slides/slide2.xml" Id="R104edfcebebd4b28" /><Relationship Type="http://schemas.openxmlformats.org/officeDocument/2006/relationships/slide" Target="/ppt/slides/slide3.xml" Id="Rb5130803ecb349a3" /><Relationship Type="http://schemas.openxmlformats.org/officeDocument/2006/relationships/slide" Target="/ppt/slides/slide4.xml" Id="Re265e3479b424558" /><Relationship Type="http://schemas.openxmlformats.org/officeDocument/2006/relationships/slide" Target="/ppt/slides/slide5.xml" Id="Rea9729dd07f044b3" /><Relationship Type="http://schemas.openxmlformats.org/officeDocument/2006/relationships/slide" Target="/ppt/slides/slide6.xml" Id="R5280be17eb074b57" /><Relationship Type="http://schemas.openxmlformats.org/officeDocument/2006/relationships/slide" Target="/ppt/slides/slide7.xml" Id="R50a8d51deac84696" /><Relationship Type="http://schemas.openxmlformats.org/officeDocument/2006/relationships/slide" Target="/ppt/slides/slide8.xml" Id="R17e3f7410e9549af" /><Relationship Type="http://schemas.openxmlformats.org/officeDocument/2006/relationships/slide" Target="/ppt/slides/slide9.xml" Id="R900dbed53e0b45ab" /><Relationship Type="http://schemas.openxmlformats.org/officeDocument/2006/relationships/slide" Target="/ppt/slides/slide10.xml" Id="R19d652a39d1b4bfc" /><Relationship Type="http://schemas.openxmlformats.org/officeDocument/2006/relationships/slide" Target="/ppt/slides/slide11.xml" Id="R92fc7607eb08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129ae39b2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c54423ded434c" /><Relationship Type="http://schemas.openxmlformats.org/officeDocument/2006/relationships/notesMaster" Target="/ppt/notesMasters/notesMaster1.xml" Id="R65922c255762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623bf18cd4f91" /><Relationship Type="http://schemas.openxmlformats.org/officeDocument/2006/relationships/notesMaster" Target="/ppt/notesMasters/notesMaster1.xml" Id="R06aa9edb75b7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aff47628344447" /><Relationship Type="http://schemas.openxmlformats.org/officeDocument/2006/relationships/notesMaster" Target="/ppt/notesMasters/notesMaster1.xml" Id="R8c881da3bc7245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2ec264f1744b3" /><Relationship Type="http://schemas.openxmlformats.org/officeDocument/2006/relationships/notesMaster" Target="/ppt/notesMasters/notesMaster1.xml" Id="R2a63143f7f4e46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e832bf60ba40b9" /><Relationship Type="http://schemas.openxmlformats.org/officeDocument/2006/relationships/notesMaster" Target="/ppt/notesMasters/notesMaster1.xml" Id="Rebc0a7bbfb804f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5faa9f3a84927" /><Relationship Type="http://schemas.openxmlformats.org/officeDocument/2006/relationships/notesMaster" Target="/ppt/notesMasters/notesMaster1.xml" Id="Rd0d6832395e64e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5d825dc4d24acf" /><Relationship Type="http://schemas.openxmlformats.org/officeDocument/2006/relationships/notesMaster" Target="/ppt/notesMasters/notesMaster1.xml" Id="R31e5c2877c2643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9f79379dc3475b" /><Relationship Type="http://schemas.openxmlformats.org/officeDocument/2006/relationships/notesMaster" Target="/ppt/notesMasters/notesMaster1.xml" Id="R29e0f128e726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27e4466a894f68" /><Relationship Type="http://schemas.openxmlformats.org/officeDocument/2006/relationships/notesMaster" Target="/ppt/notesMasters/notesMaster1.xml" Id="R7efb1d584eb441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0eadddd20c496d" /><Relationship Type="http://schemas.openxmlformats.org/officeDocument/2006/relationships/notesMaster" Target="/ppt/notesMasters/notesMaster1.xml" Id="R9172c454c5e944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440545540045fd" /><Relationship Type="http://schemas.openxmlformats.org/officeDocument/2006/relationships/notesMaster" Target="/ppt/notesMasters/notesMaster1.xml" Id="Rff5ff6c4b0c7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a10958063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ba06596324b2d" /><Relationship Type="http://schemas.openxmlformats.org/officeDocument/2006/relationships/slideLayout" Target="/ppt/slideLayouts/slideLayout1.xml" Id="R29f938d9bbf6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938d9bbf6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4732650854032" /><Relationship Type="http://schemas.openxmlformats.org/officeDocument/2006/relationships/notesSlide" Target="/ppt/notesSlides/notesSlide1.xml" Id="R458f4bf970e04f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e338d5e648cd" /><Relationship Type="http://schemas.openxmlformats.org/officeDocument/2006/relationships/notesSlide" Target="/ppt/notesSlides/notesSlide2.xml" Id="R3493aa0f87b2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218a482a84dfb" /><Relationship Type="http://schemas.openxmlformats.org/officeDocument/2006/relationships/notesSlide" Target="/ppt/notesSlides/notesSlide3.xml" Id="R12fcaae12e2b4c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eabec63b94cae" /><Relationship Type="http://schemas.openxmlformats.org/officeDocument/2006/relationships/notesSlide" Target="/ppt/notesSlides/notesSlide4.xml" Id="R2368ecd523744b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a1b00506f42e8" /><Relationship Type="http://schemas.openxmlformats.org/officeDocument/2006/relationships/notesSlide" Target="/ppt/notesSlides/notesSlide5.xml" Id="Rdaef4eada2f0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67114476343d0" /><Relationship Type="http://schemas.openxmlformats.org/officeDocument/2006/relationships/image" Target="/ppt/media/image.png" Id="R83d9701ffffd4317" /><Relationship Type="http://schemas.openxmlformats.org/officeDocument/2006/relationships/notesSlide" Target="/ppt/notesSlides/notesSlide6.xml" Id="Rdeec082bd1f248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3af69dd6f46a5" /><Relationship Type="http://schemas.openxmlformats.org/officeDocument/2006/relationships/notesSlide" Target="/ppt/notesSlides/notesSlide7.xml" Id="Rb559fcaaa50440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012790ffb47dc" /><Relationship Type="http://schemas.openxmlformats.org/officeDocument/2006/relationships/chart" Target="/ppt/slides/charts/chart1.xml" Id="R88c1401fbe3a4d4f" /><Relationship Type="http://schemas.openxmlformats.org/officeDocument/2006/relationships/notesSlide" Target="/ppt/notesSlides/notesSlide8.xml" Id="Rf7f12e677b7549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5bc2bb7d14ed5" /><Relationship Type="http://schemas.openxmlformats.org/officeDocument/2006/relationships/notesSlide" Target="/ppt/notesSlides/notesSlide9.xml" Id="Reb69ba71f9034e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8117175ca4097" /><Relationship Type="http://schemas.openxmlformats.org/officeDocument/2006/relationships/notesSlide" Target="/ppt/notesSlides/notesSlide10.xml" Id="R2f551ac3022347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8a2da537246a5" /><Relationship Type="http://schemas.openxmlformats.org/officeDocument/2006/relationships/notesSlide" Target="/ppt/notesSlides/notesSlide11.xml" Id="R55f708c9a1df4a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E6E2B-1415-452C-960E-105E12B6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3D67B-2C56-4896-A8A4-F38B6D59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67921-1E2D-4451-82BD-9FB98DD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EFCB9-B3AA-41CE-AD67-F8773B8F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44251-E334-487E-A7C8-17E0D983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6846-54CD-431D-90D0-403A4F14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5C56C-D982-4E46-B5E1-AB4A02C4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1801375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EFDC8-DA6C-4C84-AA7E-4D6BD95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61219-771C-4853-A0E8-E4ADE37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94B79-161F-4443-A137-89D713DF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FD762-0F44-4D40-B881-6619C3CA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E1D35-31AC-448B-B09B-AE65712F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10A07-EED6-4BD2-802B-95900CF2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00C7-5F5F-43D1-9887-B7E61DA7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66D20-FBC0-42D6-8876-3AC1D5E4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531E2-563E-411E-A285-96C351B9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F109F-EF51-4F88-8759-21225C7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9D876-E754-40A9-9E7D-EC72CB2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D3685-925F-42A7-9070-4B0A1B0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239439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28EA5-6E1D-45A5-A350-59CA169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909B-B9AB-4595-8E7A-CFA255B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71013-E872-46F1-A4AF-07CE045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7140D-239C-42D5-B233-CC410867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530C0-3DE5-48B6-BCB5-C33F4C8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65EA0-D38C-4B0F-9096-2D3C45F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D6CD-56D3-4677-B86F-31ABA7C7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3D349-17EF-447B-872B-2D184C8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80D63-61FB-4D71-85BE-25EDBFE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F17AC-31EF-4A27-8B09-340CFF13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9B0AB-874A-4803-BE22-2660D4B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B2D2-7AFC-467A-A08B-B5D4058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357DF-12A4-4814-AE42-237E37EE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40041-B32C-4EA5-90A9-D8117097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04DA1-42F4-420D-9E0E-97B10C8B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78807-F039-4724-961F-BB9F4EA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09208-A644-40D5-9477-CB711606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A439B-ABF7-4F78-8DB7-7FD8E1E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5B238-3E8E-4CB3-8237-DF5BF66F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1367795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36104-7864-4748-9189-BA506B65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F1EE4-EF34-45AC-B086-F9EE5C9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8A706-595B-4CF8-BC4D-228BE792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F5E4B-73F9-48C7-92F2-3D470DB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B5C02-00D7-443E-A1A5-3DF5A817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4DFDD-6852-4F5E-ACB3-C44CCE42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BD0B6-2A92-4C32-9C1F-8AF4A44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5D5A0-EC5A-40E3-89D3-14DF54F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43243-85E0-42BF-AE18-6901D968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E216E-9882-44C9-962A-F965468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D3900-2360-413C-8708-E614F3E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AF6E2-E92A-48DD-BADF-7BA8B7AB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0B68A-D603-42EA-BB6B-CE926AA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08C4D-D2F7-4B1A-A76F-F13390CD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F9CB4-B5A5-4A7F-8CA7-31D935E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06B78-A040-4BCF-96C5-992D26F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69415-5265-4282-9375-0B4D7654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E1812-3D1E-4590-B716-CDD9231F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C56B5-DD7A-4DC8-8E3F-A48B8216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F871B-B559-438D-B62F-A3840FEE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41E41-6A13-4011-A754-6FD9AC4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FA253-DD54-4351-B834-4CFD6C5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36EF2-A544-4BA9-8CB6-1DD52C29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431036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70EF7-8A7C-4FBA-A379-AEE61CDB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E38EB-9E09-40F0-9DFB-ED3364E8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BFC23-1286-4D37-AC60-B8212E66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BC32A-55A5-4DA1-9CC5-697A7AC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821BA-AA7F-44A1-AA12-184CB058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C4AF-D8B0-41E8-A1FD-5FFB74E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79C4A-D7D8-4B18-A307-DA7DD9D4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E9CBE-F166-4C25-8D52-6FF6CD37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71F80-1E83-49CF-86AD-BF0AEDD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CD1BD-431A-4557-B48B-ED791EA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2A06F-380F-4165-99AA-6B512CAE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50AEC-8FD2-464D-834E-A622C74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01ADF-6F07-457E-B14A-7DCFE8E8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DF058-77CF-47A3-A8D7-3FFC4A92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39938-ABEA-4663-89BA-9A58C679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6F1D7-AAB5-4A0C-946A-2324FFD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0681E-CDC4-4FDC-B3D1-D0866BC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9DA4B-7FFD-493B-B7D6-C4C9DA4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436120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2A3A9-F1B8-4466-8EBD-2D5DD7A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41B76-3F27-4F4B-B38E-882D8D5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C5E2-CEA5-4885-9446-19FDCA0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9701ffffd4317"/>
          <a:stretch xmlns:a="http://schemas.openxmlformats.org/drawingml/2006/main"/>
        </p:blipFill>
        <p:spPr>
          <a:xfrm xmlns:a="http://schemas.openxmlformats.org/drawingml/2006/main">
            <a:off x="1849239" y="1257300"/>
            <a:ext cx="1826022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8113F-9D7F-4D8E-B281-B52BC1BC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9B9B4-FCB0-4658-A459-96E01745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86A80-1F45-45A2-8CD5-508F3597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C9666-6558-40BB-A2B3-8C40F52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F37C6-C2A6-494A-9107-98C7528B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97D20-730B-4276-8A18-0B0BAE0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F32DF-BBA8-438F-835A-AC460DA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18E57-A8EF-4E09-BC1B-DAC24C9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52D60-B591-4C80-8B0E-C9175C1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AF2F7-8263-481A-937F-A1A40EB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2FD5C-B23D-46C4-A16D-0284811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F5659-63F9-4B99-9D37-0700DB2F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1271032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5091C-0710-4BC0-AC96-5695766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4D94B-76B1-4E03-BF8C-D0A0072C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266F3-DBD7-45D6-95F4-203D76E7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DF96B-E561-472D-8F48-E374535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9281D-F7AC-4FEC-8E1C-D4481A7D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019C5-559E-49FC-9ECC-6A0BC7A8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DDE08-42F4-4A00-A934-A6AFFF1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02EBE-3630-490F-ADE1-9B521325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B8B6-0B0D-4E48-88FF-580F554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5D6A2-763C-4818-9782-C1214FA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19724-43DE-4921-85C9-C899C9E2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72CE7-0ED3-4CD8-B6C9-B656C09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2FBBD-7193-4A39-86DF-E31B5BC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8E554-1BC8-4C1D-9699-618DEC3C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35CD2-D67B-4109-8FBD-2113454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ABF9F-9C67-465E-B160-220FCF5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D0B36-37DC-4D5A-B78B-BD9B9BB9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56A61-53CA-4CC6-86E9-64300820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7C9E-EDB0-4A30-B982-4D19733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CD099-1404-4CE7-A5A9-9F68BD18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70103-E89B-4C46-8059-A548B55B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6E64C-36C2-4C66-99DF-23166AE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AD3D5-7BC0-4AAE-A38D-7C72929B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170F8-1DC5-4126-A634-2E9043A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125994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D22C4-C1BE-4219-A25E-38013A3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5CFA6-16C2-4339-B368-1618E96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C65E4-0C27-4B24-A1C8-87C2A72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c1401fbe3a4d4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BCF70-321D-4526-9120-9562F52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574AE-4A3A-4211-9595-FCC9215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E94F7-8803-4C09-AF4A-22A02A61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0806B-885A-4E88-9629-845C2AD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12.36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FCE49-608F-422C-93D0-3F31584C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1D52F-CDF6-4706-AC1C-5CC51CB2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B9905-5174-4346-9BD6-9182BD2C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E100A-9429-4357-85B9-29E17275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824388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2479A-3A39-4CFD-8122-3B786B19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27B5-6FA8-4332-9C91-F401A56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A04D7-8135-47E1-ABB6-0EC36AD3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01179-32A8-49D4-9F5D-53B9B2B0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2E40C-E4D1-41FE-A8D8-95406A95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8A585-8C2D-46C2-A47D-85D56E96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90269-F115-4199-BDEF-3563F75D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118D3-5335-4AD7-8DFF-A414C192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2BB61-3FBC-4ACA-A22C-1C59B9D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D4C39-8AD9-447B-9C97-0AC8CD6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BC964-0D67-4D0E-B379-45F5001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AAF31-5A66-4BE7-88EE-EE330C40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3BC1C-951E-49B9-8162-D704A578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B08E1-1999-432A-A339-8D93F37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05BEC-3892-4D9D-B7BD-40DA7D5D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52565-5A4B-46C5-A94B-54602607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F14E7-5376-44D1-91CB-45B63E7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37643-860F-4BB4-B3AD-07A6575E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A5E38-29A8-40BC-BC04-F923DE5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5FE19-FDD7-40F0-B255-D0CEB99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C4097-52C7-4783-9539-81D128FC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6D957-18C2-4B9A-BCCB-D699CDAA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0091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9EEDD-5C66-4FA7-8430-3104AF4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B6ACE-2E20-4F4F-86EF-02A684CB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95512-43F4-4DB2-9FEA-43EA5EDA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7EFDB-0D64-414E-9600-EEBC8D3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98214-6FB5-49FF-B225-B50AF194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776CC-1C62-458E-A671-927CB906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79ED2-6A0B-4A26-838D-D232BF76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3A7C3-2F4C-4BE0-853A-E3C740FA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94B3D-CD6F-4833-89FE-E9E89BD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ADD07-8F45-4452-9FA4-F9A243E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E9A0D-CDD8-4B3F-8B36-2B9B8625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D083F-BB16-441F-93BF-1F39437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26842-F3A2-4819-982E-7D1BBA1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F2CF2-25F2-4E95-85A2-2B36C24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54B53-AC81-4D68-90BC-AEE44E64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30F1A-598C-4A54-B535-21FD3FC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253339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692D7-7F5B-4AE1-8B19-A9DF812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AFC7E-BE76-4692-913A-D392F67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1C299-5E2E-46D0-96BC-D4A29666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65132-6A9B-4183-81E1-2CF617A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26BEE-43BF-4300-BB74-E9A65FE5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extension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planner server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Strict egress and action controls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 ZIP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F118E-7A47-4ABB-BB66-3F8126CB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D12FD-5C7F-43BA-B2E8-1C23850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AB118-EF69-4A5D-A228-7B2732D9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benchmarks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packaging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administration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C4103-1EAE-4D14-9D62-5EEABB2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01980-FFCC-4D46-A26B-23A4EDD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295172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2026-09-04T11:07:07.3810000Z</dcterms:created>
  <dcterms:modified xsi:type="dcterms:W3CDTF">2026-09-04T11:07:07.3810000Z</dcterms:modified>
</coreProperties>
</file>