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cb6ffca5f24f10" /><Relationship Type="http://schemas.openxmlformats.org/officeDocument/2006/relationships/extended-properties" Target="/docProps/app.xml" Id="R83f5542dfed14de5" /><Relationship Type="http://schemas.openxmlformats.org/officeDocument/2006/relationships/officeDocument" Target="/ppt/presentation.xml" Id="R899d03ab477346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fde9a016a94287"/>
  </p:sldMasterIdLst>
  <p:notesMasterIdLst>
    <p:notesMasterId xmlns:r="http://schemas.openxmlformats.org/officeDocument/2006/relationships" r:id="R5428098929a84a51"/>
  </p:notesMasterIdLst>
  <p:sldIdLst>
    <p:sldId xmlns:r="http://schemas.openxmlformats.org/officeDocument/2006/relationships" id="256" r:id="R927b48953b39439c"/>
    <p:sldId xmlns:r="http://schemas.openxmlformats.org/officeDocument/2006/relationships" id="257" r:id="Rbf0ad692efb742b4"/>
    <p:sldId xmlns:r="http://schemas.openxmlformats.org/officeDocument/2006/relationships" id="258" r:id="R71c1bf9a4b4c43a8"/>
    <p:sldId xmlns:r="http://schemas.openxmlformats.org/officeDocument/2006/relationships" id="259" r:id="Rf47b7510c3504b1f"/>
    <p:sldId xmlns:r="http://schemas.openxmlformats.org/officeDocument/2006/relationships" id="260" r:id="R551c83b5ad794143"/>
    <p:sldId xmlns:r="http://schemas.openxmlformats.org/officeDocument/2006/relationships" id="261" r:id="Rb0dbb8b3e42f4e9e"/>
    <p:sldId xmlns:r="http://schemas.openxmlformats.org/officeDocument/2006/relationships" id="262" r:id="R2b96905d75b146fb"/>
    <p:sldId xmlns:r="http://schemas.openxmlformats.org/officeDocument/2006/relationships" id="263" r:id="R16233c6d897d47c1"/>
    <p:sldId xmlns:r="http://schemas.openxmlformats.org/officeDocument/2006/relationships" id="264" r:id="Rf051a84e34974a14"/>
    <p:sldId xmlns:r="http://schemas.openxmlformats.org/officeDocument/2006/relationships" id="265" r:id="Rdc62e0fcd4994a8e"/>
    <p:sldId xmlns:r="http://schemas.openxmlformats.org/officeDocument/2006/relationships" id="266" r:id="R10214e97f39746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c9b55ffdef4abf" /><Relationship Type="http://schemas.openxmlformats.org/officeDocument/2006/relationships/slideMaster" Target="/ppt/slideMasters/slideMaster1.xml" Id="R48fde9a016a94287" /><Relationship Type="http://schemas.openxmlformats.org/officeDocument/2006/relationships/notesMaster" Target="/ppt/notesMasters/notesMaster1.xml" Id="R5428098929a84a51" /><Relationship Type="http://schemas.openxmlformats.org/officeDocument/2006/relationships/presProps" Target="/ppt/presProps.xml" Id="R85bd8694992c4345" /><Relationship Type="http://schemas.openxmlformats.org/officeDocument/2006/relationships/tableStyles" Target="/ppt/tableStyles.xml" Id="R00db3013ee924577" /><Relationship Type="http://schemas.openxmlformats.org/officeDocument/2006/relationships/slide" Target="/ppt/slides/slide1.xml" Id="R927b48953b39439c" /><Relationship Type="http://schemas.openxmlformats.org/officeDocument/2006/relationships/slide" Target="/ppt/slides/slide2.xml" Id="Rbf0ad692efb742b4" /><Relationship Type="http://schemas.openxmlformats.org/officeDocument/2006/relationships/slide" Target="/ppt/slides/slide3.xml" Id="R71c1bf9a4b4c43a8" /><Relationship Type="http://schemas.openxmlformats.org/officeDocument/2006/relationships/slide" Target="/ppt/slides/slide4.xml" Id="Rf47b7510c3504b1f" /><Relationship Type="http://schemas.openxmlformats.org/officeDocument/2006/relationships/slide" Target="/ppt/slides/slide5.xml" Id="R551c83b5ad794143" /><Relationship Type="http://schemas.openxmlformats.org/officeDocument/2006/relationships/slide" Target="/ppt/slides/slide6.xml" Id="Rb0dbb8b3e42f4e9e" /><Relationship Type="http://schemas.openxmlformats.org/officeDocument/2006/relationships/slide" Target="/ppt/slides/slide7.xml" Id="R2b96905d75b146fb" /><Relationship Type="http://schemas.openxmlformats.org/officeDocument/2006/relationships/slide" Target="/ppt/slides/slide8.xml" Id="R16233c6d897d47c1" /><Relationship Type="http://schemas.openxmlformats.org/officeDocument/2006/relationships/slide" Target="/ppt/slides/slide9.xml" Id="Rf051a84e34974a14" /><Relationship Type="http://schemas.openxmlformats.org/officeDocument/2006/relationships/slide" Target="/ppt/slides/slide10.xml" Id="Rdc62e0fcd4994a8e" /><Relationship Type="http://schemas.openxmlformats.org/officeDocument/2006/relationships/slide" Target="/ppt/slides/slide11.xml" Id="R10214e97f39746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435762fcbb43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8bae96b77e4b43" /><Relationship Type="http://schemas.openxmlformats.org/officeDocument/2006/relationships/notesMaster" Target="/ppt/notesMasters/notesMaster1.xml" Id="R696f2d589c4e45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71798740224bbf" /><Relationship Type="http://schemas.openxmlformats.org/officeDocument/2006/relationships/notesMaster" Target="/ppt/notesMasters/notesMaster1.xml" Id="R4f0f3f5b963549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b9d7a9371c4738" /><Relationship Type="http://schemas.openxmlformats.org/officeDocument/2006/relationships/notesMaster" Target="/ppt/notesMasters/notesMaster1.xml" Id="Ra7cd1cf4fd9449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ebe2ad73da4fe7" /><Relationship Type="http://schemas.openxmlformats.org/officeDocument/2006/relationships/notesMaster" Target="/ppt/notesMasters/notesMaster1.xml" Id="Rb63ba3da58a043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ee156949414f66" /><Relationship Type="http://schemas.openxmlformats.org/officeDocument/2006/relationships/notesMaster" Target="/ppt/notesMasters/notesMaster1.xml" Id="R761bbbf67c4247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329259264a49a9" /><Relationship Type="http://schemas.openxmlformats.org/officeDocument/2006/relationships/notesMaster" Target="/ppt/notesMasters/notesMaster1.xml" Id="R5b57d4a2756c4d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3eebe9084e4386" /><Relationship Type="http://schemas.openxmlformats.org/officeDocument/2006/relationships/notesMaster" Target="/ppt/notesMasters/notesMaster1.xml" Id="Rbeb50aae95c74d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9e74c15ecb4903" /><Relationship Type="http://schemas.openxmlformats.org/officeDocument/2006/relationships/notesMaster" Target="/ppt/notesMasters/notesMaster1.xml" Id="R7532bfdca78b4a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64193544734316" /><Relationship Type="http://schemas.openxmlformats.org/officeDocument/2006/relationships/notesMaster" Target="/ppt/notesMasters/notesMaster1.xml" Id="Rb3c54b41d25f4f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5595bf9461426a" /><Relationship Type="http://schemas.openxmlformats.org/officeDocument/2006/relationships/notesMaster" Target="/ppt/notesMasters/notesMaster1.xml" Id="R4cc31b73aa2348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c47dc4adaf4677" /><Relationship Type="http://schemas.openxmlformats.org/officeDocument/2006/relationships/notesMaster" Target="/ppt/notesMasters/notesMaster1.xml" Id="Rc4fe38ef09514f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statement, then move directly to the live product. Product source: extension/README.md.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excessive observation plus excessive execution authority. Avoid claiming every current agent behaves identically.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claim on this slide maps to shipped code in content/, background/, visual/ and sidepanel/.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background/service-worker.js, content/content-script.js, server/server.js and visual/offscreen.js.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token is explanatory; the implementation uses uppercase hexadecimal without spaces. Evidence: lib/pii.js and background/service-worker.js.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by scripts/capture-product-ui.js from the running extension. Controlled result: 3 of 3 labelled Canvas targets recovered and 100% of OCR-detected sensitive lines masked. Source: artifacts/evaluation-report.json.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both outcomes: block Submit order, then repeat and allow once. Evidence: tests/cdp-smoke.js.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artifacts/evaluation-report.json generated on 4 September 2026. Chart unit: percentage points of context-byte reduction. Synthetic/local results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release gates passed in the latest npm run evaluate. Source: artifacts/EVALUATION-SUMMARY.md.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detailed overlapping responsibility map is in TEAM-RESPONSIBILITIES.md. These groups describe knowledge ownership rather than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demo. Do not describe this as production ready. Use DEMO.md for the six-minute sequence and recovery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e1682cccf4d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a3531eea054008" /><Relationship Type="http://schemas.openxmlformats.org/officeDocument/2006/relationships/slideLayout" Target="/ppt/slideLayouts/slideLayout1.xml" Id="R9617d4688df5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7d4688df5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805e9de144ec0" /><Relationship Type="http://schemas.openxmlformats.org/officeDocument/2006/relationships/notesSlide" Target="/ppt/notesSlides/notesSlide1.xml" Id="R248ccf6dd1ed41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a5d2e65a9420f" /><Relationship Type="http://schemas.openxmlformats.org/officeDocument/2006/relationships/notesSlide" Target="/ppt/notesSlides/notesSlide2.xml" Id="R8e3dccce400c46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2caba939f4ce1" /><Relationship Type="http://schemas.openxmlformats.org/officeDocument/2006/relationships/notesSlide" Target="/ppt/notesSlides/notesSlide3.xml" Id="Rbde0f33dcede45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da3ec523f40ec" /><Relationship Type="http://schemas.openxmlformats.org/officeDocument/2006/relationships/notesSlide" Target="/ppt/notesSlides/notesSlide4.xml" Id="Rf6342088f72144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62d1f4446456a" /><Relationship Type="http://schemas.openxmlformats.org/officeDocument/2006/relationships/notesSlide" Target="/ppt/notesSlides/notesSlide5.xml" Id="R5c51dbf14d6d4c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b13aead1f4d5e" /><Relationship Type="http://schemas.openxmlformats.org/officeDocument/2006/relationships/image" Target="/ppt/media/image.png" Id="Rd6af86a5bd984a2d" /><Relationship Type="http://schemas.openxmlformats.org/officeDocument/2006/relationships/notesSlide" Target="/ppt/notesSlides/notesSlide6.xml" Id="R0d4c3f50e93c43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8c462943a41f2" /><Relationship Type="http://schemas.openxmlformats.org/officeDocument/2006/relationships/notesSlide" Target="/ppt/notesSlides/notesSlide7.xml" Id="Ra60e10e4f29c44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b83c3f7184c49" /><Relationship Type="http://schemas.openxmlformats.org/officeDocument/2006/relationships/chart" Target="/ppt/slides/charts/chart1.xml" Id="R341754b68b4843c5" /><Relationship Type="http://schemas.openxmlformats.org/officeDocument/2006/relationships/notesSlide" Target="/ppt/notesSlides/notesSlide8.xml" Id="R01b386ea799543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3ba2eb5374986" /><Relationship Type="http://schemas.openxmlformats.org/officeDocument/2006/relationships/notesSlide" Target="/ppt/notesSlides/notesSlide9.xml" Id="R79be334c30224d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6e4dbfb2843ee" /><Relationship Type="http://schemas.openxmlformats.org/officeDocument/2006/relationships/notesSlide" Target="/ppt/notesSlides/notesSlide10.xml" Id="R5368c6258a504b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2a9fd66f74889" /><Relationship Type="http://schemas.openxmlformats.org/officeDocument/2006/relationships/notesSlide" Target="/ppt/notesSlides/notesSlide11.xml" Id="R935d4ff12e0f46e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Context reduction (%)</c:v>
          </c:tx>
          <c:spPr>
            <a:solidFill xmlns:a="http://schemas.openxmlformats.org/drawingml/2006/main">
              <a:srgbClr val="315CF5"/>
            </a:solidFill>
          </c:spPr>
          <c:cat>
            <c:strRef>
              <c:f>'Chart Data'!$A$2:$A$5</c:f>
              <c:strCache>
                <c:ptCount val="4"/>
                <c:pt idx="0">
                  <c:v>1k</c:v>
                </c:pt>
                <c:pt idx="1">
                  <c:v>5k</c:v>
                </c:pt>
                <c:pt idx="2">
                  <c:v>10k</c:v>
                </c:pt>
                <c:pt idx="3">
                  <c:v>20k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52.7</c:v>
                </c:pt>
                <c:pt idx="1">
                  <c:v>90.6</c:v>
                </c:pt>
                <c:pt idx="2">
                  <c:v>95.3</c:v>
                </c:pt>
                <c:pt idx="3">
                  <c:v>97.7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D454E-2360-49C4-BC40-127AC1C7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C243E-2828-4E65-B41E-BC218FDE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STRAW HATS  /  SIH 26171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F295E-15C4-4512-B22E-33F49AD5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Gateway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Browser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2C7B4-B7D5-4AAC-B318-C243ACA8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A local boundary between what an AI model can request and what a browser may disclose or execute.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433ED-8384-4101-B5B8-050218C6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0B0"/>
                </a:solidFill>
                <a:latin typeface="Arial"/>
                <a:ea typeface="Arial"/>
                <a:cs typeface="Arial"/>
              </a:rPr>
              <a:t>Internal hackathon presentation  · 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044F0-F53B-4C9C-8246-4F43414B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1381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EA4E9-E05F-435A-8872-22868A19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859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raw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test</a:t>
            </a:r>
          </a:p>
        </p:txBody>
      </p:sp>
    </p:spTree>
    <p:extLst>
      <p:ext uri="{BB962C8B-B14F-4D97-AF65-F5344CB8AC3E}">
        <p14:creationId xmlns:p14="http://schemas.microsoft.com/office/powerpoint/2010/main" val="1415291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3F385-4FD0-4CC2-8702-115501D8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browser-agent privacy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E26F2-E4C1-46A5-912F-181029AE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7507A-08E1-4142-90B5-69042FFE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50B95-B605-4ADC-AA08-07C1E16A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Most agent loops combine two broad powers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7AF2F-D7C0-497D-BCFA-0C18A51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8337F-D728-4692-A4B4-315C79B2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Full DOM text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Form values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A8279-0D5C-4839-BCD1-AD92E39F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245B7-0E5B-4ECF-9291-AF7F969C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41572-70E7-4704-B109-B71A48F5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Click controls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Fill fields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Submit 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4A73B-0D42-400C-95F5-B8E71494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3429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52D14-880B-4FC2-A205-79FE9B9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The missing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3BC50-2F48-412F-81F9-6016844E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7950"/>
            <a:ext cx="1952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policy boundary that minimizes context before reasoning and validates every proposed action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1877569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224B7-C81A-44AE-B92F-3F3AD304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2B321-9543-49C5-92F9-608FEC69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B4E50-6887-423C-80D2-6C93DF27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EE3D4-6C6F-4C97-9A13-32F235A6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The model proposes. The gateway decides.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F02E6-B49C-460F-BE5A-F61E2971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E278A-1C90-4DE0-81EF-5AD1D6C0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DDF89-0410-48A6-92C6-A2B6DFCC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Build a local privacy graph from DOM, ARIA, forms, frames and visible OCR.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0DFED-E29A-4AFF-A7A0-E8DBFEDB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F687D-D799-41B5-8486-3F6764B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78E9D-861E-4D22-AC4F-56B23DD1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C8C32-3587-473E-85F9-6887EE3A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Replace private values with random task aliases and inspect the complete outbound payload.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A5405-47E6-4DF4-8BB5-E6FBE341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F72DD-9647-48E7-BFCA-4D19837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96A96-E3AA-4DD9-9EEF-44A3F63E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3A6DF-7108-4A79-941A-CC633D62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Revalidate target, version, field type, task scope and risk before any browser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B2EFC-C53D-47E6-A18B-8C13C3B5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BC3F8-676C-4821-B2DA-EF754D65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F6D12-9E85-4115-B2AF-F16B8278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3162E-D9A6-4C34-A6A7-8D8AC8E6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Show masks, egress state, timing and local receipts inside the side panel.</a:t>
            </a:r>
          </a:p>
        </p:txBody>
      </p:sp>
    </p:spTree>
    <p:extLst>
      <p:ext uri="{BB962C8B-B14F-4D97-AF65-F5344CB8AC3E}">
        <p14:creationId xmlns:p14="http://schemas.microsoft.com/office/powerpoint/2010/main" val="192718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AB0904-4829-409D-970E-F8B103DC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4BB9D-F2BF-4162-8844-9B0758BF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0B9DA-2FC0-47A9-820B-F8A8D68F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03FC5-F9C1-4934-82B3-8D0E9BDE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468EC-C4DB-4195-92AF-93208EA8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99671-9ED5-440D-BA1C-909E6B3B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DOM · ARIA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forms ·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6E38D-6175-4D89-BC39-E921B9EA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655AC-5051-4F8C-B6A5-7FE0EB98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EF8B8-F359-484E-8D33-E9E94A6A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3A69C-B8BE-4616-AC4A-FB610CF8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privacy graph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PII policy · 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F9039-8596-4C9D-BF2F-F208F6FB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4E077-E195-4539-82C8-52974810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47F36-4EFC-463A-8BB4-8CF3E924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257A7-90E0-4990-8481-21AAC241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local server or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HTTPS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F6F02-9AA0-4591-BBEE-E51209E4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9D856-7BA3-4262-A29D-D0913A8B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8545B-F5C9-4B80-B24A-4A09E035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FIREWALL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68734-8335-467B-A075-F9B00DF6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2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scope · version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risk ·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B95E2-9838-45E2-89DF-6965A71A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458E2-C370-422C-AF22-EEDE52AD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VALUES STAY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9BC570-E047-49F3-9DDB-0D1F50C0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safe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30E26-33F3-48D2-98AD-9A7DA65D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66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structured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96DC3-7049-4C90-9CF6-DB268A7A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1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validated actions reach the page</a:t>
            </a:r>
          </a:p>
        </p:txBody>
      </p:sp>
    </p:spTree>
    <p:extLst>
      <p:ext uri="{BB962C8B-B14F-4D97-AF65-F5344CB8AC3E}">
        <p14:creationId xmlns:p14="http://schemas.microsoft.com/office/powerpoint/2010/main" val="1179596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D82AA-019C-4DD0-A449-F507757E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Privacy graph and private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C5AA7-6D2B-4F57-9B2F-87798975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83AD0-0405-445F-BE4B-9E238D8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13748-C337-4260-93B0-C761872F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Raw page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1A8C6-3E2B-4D68-AF85-9C87975E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test.user@example.com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1F724-315F-4DA5-99D6-8C9BC5A6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Local tokenization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9981B-8876-40EE-8D40-91A38BEB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&lt;EMAIL: 96-bit random ID&gt;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CEFD6-092A-4820-933E-0AA7853D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72880-3DA8-4F2A-BC60-1829E9BA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graph node carries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A2FC0-DDCA-453A-94D5-CCD35CF1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semantic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68814-C0A1-4940-93AE-6E857116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Stable target ID, role, label and field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B53F6-6E12-4351-959A-58E60F73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82318-D8B4-4B8A-8D51-02AFE24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Content hash, mutation epoch and positive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C98B8-9644-4624-AA89-F5A14BDB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052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BBB97-6ABD-4C41-819A-128BD779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KEEP, TOKENIZE, DROP or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85D47-4D49-42A4-87D4-27CEEAC5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execution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16DE1-8EAF-4C4D-AB6A-456872DA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Origin, task, destination field, expiry and use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2A4CF-B7AA-43A5-849A-5A99F5FE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Aliases rotate with every task and origin change.</a:t>
            </a:r>
          </a:p>
        </p:txBody>
      </p:sp>
    </p:spTree>
    <p:extLst>
      <p:ext uri="{BB962C8B-B14F-4D97-AF65-F5344CB8AC3E}">
        <p14:creationId xmlns:p14="http://schemas.microsoft.com/office/powerpoint/2010/main" val="1033675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8AB24-4CCB-4508-8593-C39C7A3A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visual redaction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CC126-D05B-412A-834F-A40C046A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9453B-A153-43D6-915B-EB2D9B0C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f86a5bd984a2d"/>
          <a:stretch xmlns:a="http://schemas.openxmlformats.org/drawingml/2006/main"/>
        </p:blipFill>
        <p:spPr>
          <a:xfrm xmlns:a="http://schemas.openxmlformats.org/drawingml/2006/main">
            <a:off x="2023846" y="1257300"/>
            <a:ext cx="1476807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50DF5-DB1F-4F6C-8118-B02DAE5F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7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Canvas text becomes usable without sending pixels to the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24BD6-3E47-4013-A4FF-597F337C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06CA-29EA-457F-B703-FA63655D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Capture the visible tab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E6277-7FBC-4BAB-815B-4EF2579D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E74AB-57EE-4D9C-AEFE-5C8950B6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 bundled Tesseract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4CA73-089D-45B3-9C11-55D57A36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C8FDB-13FC-4D43-A943-B7DBF437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Tokenize detected private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41CA7-794D-424D-8529-40FC5C16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14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B7FC6-39B4-49FD-9B01-3FDDA94D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Paint masks into a local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74B7B-9AD8-4C79-94A6-72A65620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24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F70CE-AE95-4FCC-B31E-1055D2A4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Require pixel freshness before visual clicks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EB179-ED39-4794-9266-05554D27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10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2 sensitive regions masked in the controlled fixture</a:t>
            </a:r>
          </a:p>
        </p:txBody>
      </p:sp>
    </p:spTree>
    <p:extLst>
      <p:ext uri="{BB962C8B-B14F-4D97-AF65-F5344CB8AC3E}">
        <p14:creationId xmlns:p14="http://schemas.microsoft.com/office/powerpoint/2010/main" val="1555753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89364-69DC-4870-BAF4-F413B8DB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action firewall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35E79-96EC-44DA-8671-70AA474A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65EA7-F99D-479B-A7BB-DE884E8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0B4B1-DFC8-4FE6-9C3A-11FCEEF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87572-4B01-4258-8E64-86AB67C9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F2A4C-6781-4D6C-9B5A-CA14F9AC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A88B8-FF0A-45A8-A99C-6E308299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Planner returns one structured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22F24-D2B8-4262-B700-D0E01854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E0F02-8C3C-4810-A49F-9B37DF4A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D6457-6FC4-4765-9F7F-614D021A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BA652-5F59-4DE4-A4BC-0DFF7C84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REVALIDATE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2A99D-BA2F-40CA-8547-F5A11392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Target, version, task scope and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4D94F-0729-4B54-935D-FD8FF0F4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4129A-D50C-4FD6-ACEA-D7D7079F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B07D4-47E6-4197-AA46-35F3D19F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99CF0-005D-4BCD-9C6A-DEE963AB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F1303-86B3-4A6F-8BAC-54D099DE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Field compatibility and side-effect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15887-05BE-4F15-B821-DC7BDB82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288DA-FCF1-4F10-B9B7-965581D2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EBC43-C296-405B-9870-9C325685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9525">
            <a:solidFill>
              <a:srgbClr val="0B17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6F4CF-1EE1-4BC4-AC7D-FB31D498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C8136-914E-4096-88C7-36C12986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Execute, block or request allow-once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DB53A-A2E0-4576-9DE2-67F3483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07089-C1C6-44DD-96A9-FB377A21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Navigation clears stale visual state and pending confirmation. Origin changes also rotate every private capability.</a:t>
            </a:r>
          </a:p>
        </p:txBody>
      </p:sp>
    </p:spTree>
    <p:extLst>
      <p:ext uri="{BB962C8B-B14F-4D97-AF65-F5344CB8AC3E}">
        <p14:creationId xmlns:p14="http://schemas.microsoft.com/office/powerpoint/2010/main" val="513051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1A396-7B53-4E9A-BED7-0056DAA6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Measured results on the presentation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4D8B3-F946-4BB1-AF8E-A5751DF9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ED39E-9CC0-4F61-99FA-FB01158B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1754b68b4843c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DAB31-FB33-4859-8BCA-DECBB832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Context reduction by generated page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C23B5-6B51-4D3A-85F4-4619BE0F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1,254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6EFEC-8109-492B-82F7-10CD62D1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95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PII cases</a:t>
            </a:r>
          </a:p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 FP · 0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49724-116A-45EE-81ED-50838BEB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15.97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C4BB2-5D99-4149-B8FE-EE4254C8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worst warm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1031C-30FD-4FC5-8670-84083962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4.02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3A96B-9175-470D-9967-826696C2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graph estimate at 20k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F7F57-6BA8-4676-8C42-81DE181A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Controlled local fixtures. Full limitations appear in the generated evaluation report.</a:t>
            </a:r>
          </a:p>
        </p:txBody>
      </p:sp>
    </p:spTree>
    <p:extLst>
      <p:ext uri="{BB962C8B-B14F-4D97-AF65-F5344CB8AC3E}">
        <p14:creationId xmlns:p14="http://schemas.microsoft.com/office/powerpoint/2010/main" val="5966197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F9C82-F648-4820-81A7-46930AE3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release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60F36-BFE4-4568-BF13-9F314B12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554C6-0E73-4023-83EC-5D5D3D71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4ACBA-686B-4EC2-9AAF-CD86A91F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RAW PII EGRESS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C4631-936F-48E0-A425-CF5142BC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canaries reached the mock provider only after tokenization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CCA72-040C-4270-A935-F52693A4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85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9F3BD-D356-471F-8550-BF6104D5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2FE70-7E6B-4EF1-BF14-04FB75EB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TASK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D0AE1-8C7E-40BD-A660-9B3C4A4F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unrelated submit action proposed by the provider was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F97AB-72F4-4A53-8515-82342784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39639-5256-4E1E-BDE3-92BEC162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CF8A5-112B-4456-BB06-C80E618D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CROSS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B7DA8-03CD-444A-A719-6B8A7004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private capability could not fill a field in another frame origin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67498-1B92-4293-B559-10521282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E6079-9853-410F-906B-DDF0CF95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208F1-6BC4-4AC8-AE9A-F4714E97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VISUAL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5C9A1-4959-4E1B-BBAB-8A1E43F9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 and allow-once paths both preserved pixel freshness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5E2EE-34CF-4BA5-9D55-81D2FD3B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ED4B83-EC55-4474-B188-37D81B6A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6E286-CCAD-4D8D-B29F-7F9C10B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LARGE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66915-9E0A-45FA-B714-C1D3929D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graphs through 20,000 generated nodes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6EE6C8-CF61-4597-85FE-07822EA2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7009804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D3676-5AB0-40FF-9D7A-BBCA6743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Team knowledge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C6DAB-8BA1-4E27-B226-FA5881F6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764C5-CBB8-4E62-8356-8243955A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DD354-3E44-40C1-A9E7-72FADCD1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PRODUCT +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5078D-0939-4DD1-9917-0EBD742A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Shubhangi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F523D-98CB-4BF7-AD9C-87B0AE72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44AD1-7AC1-449D-8E98-E9B9CAF7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Side panel, demo flow, action schema, confirmation and browser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5E676-67BC-47DE-B6B8-424C6C11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PRIVACY +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722F1-C732-49CB-95EE-23B197FA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Divyam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9E057-26E0-4590-9D1B-307EE4E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F737B-9EB5-4965-AE25-D5F3B453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PII pipeline, aliases, egress barrier, local planner and provider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41347-B4AB-472E-99EB-7B8C89FE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VISION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6A0C1-8ACE-4ED7-9FEF-13853FB7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Shreya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2196D-80D6-4DC4-8A84-3E4E574E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BEA68-A063-40A2-87F9-8169775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OCR, visual masks, test harness, five SIH metrics and presentation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1CB17-32A9-4C15-A0E5-5391A56C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technical area has three people. Every member appears in more than one area.</a:t>
            </a:r>
          </a:p>
        </p:txBody>
      </p:sp>
    </p:spTree>
    <p:extLst>
      <p:ext uri="{BB962C8B-B14F-4D97-AF65-F5344CB8AC3E}">
        <p14:creationId xmlns:p14="http://schemas.microsoft.com/office/powerpoint/2010/main" val="9023535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23234-07AD-4EEA-A6B3-5D3232E4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Current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69891-6C65-4DB9-9DC0-174932A8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55EA8-B8FC-408E-A883-54406E8B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594A1-95B1-4F41-A8E7-589FE1C9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Ready to demonstrate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63543-AC11-4725-9712-6717C04E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Chrome extension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planner server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On-device OCR and masks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Strict egress and action controls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Reproducible evaluation and release ZIP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C1950-5646-44AF-B1DF-A39CA6CB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9A62F-088D-494C-804A-488B28CB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Still research or production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AD47B-7430-4C82-81A8-812CC893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Broad real-world PII and vision benchmarks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Firefox packaging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Privileged browser surfaces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Enterprise administration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Independent security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9E6EE-7523-43B1-829F-13747E65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EAFE4-CF3A-4E71-B78C-DD67C95C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 ·  Inspect page  /  Fill private value  /  Mask Canvas PII  /  Block and allow action</a:t>
            </a:r>
          </a:p>
        </p:txBody>
      </p:sp>
    </p:spTree>
    <p:extLst>
      <p:ext uri="{BB962C8B-B14F-4D97-AF65-F5344CB8AC3E}">
        <p14:creationId xmlns:p14="http://schemas.microsoft.com/office/powerpoint/2010/main" val="1966218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2026-09-04T14:35:42.7610000Z</dcterms:created>
  <dcterms:modified xsi:type="dcterms:W3CDTF">2026-09-04T14:35:42.7610000Z</dcterms:modified>
</coreProperties>
</file>