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81c78fad0474d" /><Relationship Type="http://schemas.openxmlformats.org/officeDocument/2006/relationships/extended-properties" Target="/docProps/app.xml" Id="Rfd0f93e1ed024395" /><Relationship Type="http://schemas.openxmlformats.org/officeDocument/2006/relationships/officeDocument" Target="/ppt/presentation.xml" Id="Rd206d535c55440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51fd06db04577"/>
  </p:sldMasterIdLst>
  <p:notesMasterIdLst>
    <p:notesMasterId xmlns:r="http://schemas.openxmlformats.org/officeDocument/2006/relationships" r:id="R9fb0758b2cfd4703"/>
  </p:notesMasterIdLst>
  <p:sldIdLst>
    <p:sldId xmlns:r="http://schemas.openxmlformats.org/officeDocument/2006/relationships" id="256" r:id="R3abad862d3334be1"/>
    <p:sldId xmlns:r="http://schemas.openxmlformats.org/officeDocument/2006/relationships" id="257" r:id="R32fa5421bd1547c4"/>
    <p:sldId xmlns:r="http://schemas.openxmlformats.org/officeDocument/2006/relationships" id="258" r:id="Rcb5aeb5d67f441a2"/>
    <p:sldId xmlns:r="http://schemas.openxmlformats.org/officeDocument/2006/relationships" id="259" r:id="Ra805898a000e4715"/>
    <p:sldId xmlns:r="http://schemas.openxmlformats.org/officeDocument/2006/relationships" id="260" r:id="Rf51bc0e621e243ed"/>
    <p:sldId xmlns:r="http://schemas.openxmlformats.org/officeDocument/2006/relationships" id="261" r:id="R7152af9ea4544a1b"/>
    <p:sldId xmlns:r="http://schemas.openxmlformats.org/officeDocument/2006/relationships" id="262" r:id="R47ca2d9a23424091"/>
    <p:sldId xmlns:r="http://schemas.openxmlformats.org/officeDocument/2006/relationships" id="263" r:id="R48868d306e194709"/>
    <p:sldId xmlns:r="http://schemas.openxmlformats.org/officeDocument/2006/relationships" id="264" r:id="R7dd0ecaa514c40e4"/>
    <p:sldId xmlns:r="http://schemas.openxmlformats.org/officeDocument/2006/relationships" id="265" r:id="R493cddafbc864896"/>
    <p:sldId xmlns:r="http://schemas.openxmlformats.org/officeDocument/2006/relationships" id="266" r:id="R9691e8cab11c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63728ff7a14510" /><Relationship Type="http://schemas.openxmlformats.org/officeDocument/2006/relationships/slideMaster" Target="/ppt/slideMasters/slideMaster1.xml" Id="Rd4851fd06db04577" /><Relationship Type="http://schemas.openxmlformats.org/officeDocument/2006/relationships/notesMaster" Target="/ppt/notesMasters/notesMaster1.xml" Id="R9fb0758b2cfd4703" /><Relationship Type="http://schemas.openxmlformats.org/officeDocument/2006/relationships/presProps" Target="/ppt/presProps.xml" Id="Re383dddb6deb4473" /><Relationship Type="http://schemas.openxmlformats.org/officeDocument/2006/relationships/tableStyles" Target="/ppt/tableStyles.xml" Id="R5f36a83e603549a0" /><Relationship Type="http://schemas.openxmlformats.org/officeDocument/2006/relationships/slide" Target="/ppt/slides/slide1.xml" Id="R3abad862d3334be1" /><Relationship Type="http://schemas.openxmlformats.org/officeDocument/2006/relationships/slide" Target="/ppt/slides/slide2.xml" Id="R32fa5421bd1547c4" /><Relationship Type="http://schemas.openxmlformats.org/officeDocument/2006/relationships/slide" Target="/ppt/slides/slide3.xml" Id="Rcb5aeb5d67f441a2" /><Relationship Type="http://schemas.openxmlformats.org/officeDocument/2006/relationships/slide" Target="/ppt/slides/slide4.xml" Id="Ra805898a000e4715" /><Relationship Type="http://schemas.openxmlformats.org/officeDocument/2006/relationships/slide" Target="/ppt/slides/slide5.xml" Id="Rf51bc0e621e243ed" /><Relationship Type="http://schemas.openxmlformats.org/officeDocument/2006/relationships/slide" Target="/ppt/slides/slide6.xml" Id="R7152af9ea4544a1b" /><Relationship Type="http://schemas.openxmlformats.org/officeDocument/2006/relationships/slide" Target="/ppt/slides/slide7.xml" Id="R47ca2d9a23424091" /><Relationship Type="http://schemas.openxmlformats.org/officeDocument/2006/relationships/slide" Target="/ppt/slides/slide8.xml" Id="R48868d306e194709" /><Relationship Type="http://schemas.openxmlformats.org/officeDocument/2006/relationships/slide" Target="/ppt/slides/slide9.xml" Id="R7dd0ecaa514c40e4" /><Relationship Type="http://schemas.openxmlformats.org/officeDocument/2006/relationships/slide" Target="/ppt/slides/slide10.xml" Id="R493cddafbc864896" /><Relationship Type="http://schemas.openxmlformats.org/officeDocument/2006/relationships/slide" Target="/ppt/slides/slide11.xml" Id="R9691e8cab11c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8980d6f834e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f7bb97bc14db2" /><Relationship Type="http://schemas.openxmlformats.org/officeDocument/2006/relationships/notesMaster" Target="/ppt/notesMasters/notesMaster1.xml" Id="Re8d9638eb74a41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b4e68db47471b" /><Relationship Type="http://schemas.openxmlformats.org/officeDocument/2006/relationships/notesMaster" Target="/ppt/notesMasters/notesMaster1.xml" Id="R329465a19611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92b3bc44364710" /><Relationship Type="http://schemas.openxmlformats.org/officeDocument/2006/relationships/notesMaster" Target="/ppt/notesMasters/notesMaster1.xml" Id="Ra5a629eda15146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ffc200c5e42f7" /><Relationship Type="http://schemas.openxmlformats.org/officeDocument/2006/relationships/notesMaster" Target="/ppt/notesMasters/notesMaster1.xml" Id="R8c52efc5e60348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5b558605dc4627" /><Relationship Type="http://schemas.openxmlformats.org/officeDocument/2006/relationships/notesMaster" Target="/ppt/notesMasters/notesMaster1.xml" Id="R7cf937833bbf47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7c0f08c4cd4f8d" /><Relationship Type="http://schemas.openxmlformats.org/officeDocument/2006/relationships/notesMaster" Target="/ppt/notesMasters/notesMaster1.xml" Id="Rf1ad5c12264640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d221e38dce44ca" /><Relationship Type="http://schemas.openxmlformats.org/officeDocument/2006/relationships/notesMaster" Target="/ppt/notesMasters/notesMaster1.xml" Id="Red3844a96e324e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c7e997da2443b2" /><Relationship Type="http://schemas.openxmlformats.org/officeDocument/2006/relationships/notesMaster" Target="/ppt/notesMasters/notesMaster1.xml" Id="R3879d347de4d4d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7269985a2b4ef5" /><Relationship Type="http://schemas.openxmlformats.org/officeDocument/2006/relationships/notesMaster" Target="/ppt/notesMasters/notesMaster1.xml" Id="R4091e369b6b04a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e82e6a79ff4ab5" /><Relationship Type="http://schemas.openxmlformats.org/officeDocument/2006/relationships/notesMaster" Target="/ppt/notesMasters/notesMaster1.xml" Id="R69da7ce0bbf84e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ffcad68f6a4173" /><Relationship Type="http://schemas.openxmlformats.org/officeDocument/2006/relationships/notesMaster" Target="/ppt/notesMasters/notesMaster1.xml" Id="Rb55a4d295d264e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f2107dfcc45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11f5d6f2fe4ed8" /><Relationship Type="http://schemas.openxmlformats.org/officeDocument/2006/relationships/slideLayout" Target="/ppt/slideLayouts/slideLayout1.xml" Id="R1f1e8fbc5f2e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1e8fbc5f2e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07aebcaa44cee" /><Relationship Type="http://schemas.openxmlformats.org/officeDocument/2006/relationships/notesSlide" Target="/ppt/notesSlides/notesSlide1.xml" Id="Ra9271b2e68e44c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570f8ad134f08" /><Relationship Type="http://schemas.openxmlformats.org/officeDocument/2006/relationships/notesSlide" Target="/ppt/notesSlides/notesSlide2.xml" Id="Rb0e4ba3c34ec41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cb1c939a742cd" /><Relationship Type="http://schemas.openxmlformats.org/officeDocument/2006/relationships/notesSlide" Target="/ppt/notesSlides/notesSlide3.xml" Id="R39c92998ac3247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e7c1e8699457c" /><Relationship Type="http://schemas.openxmlformats.org/officeDocument/2006/relationships/notesSlide" Target="/ppt/notesSlides/notesSlide4.xml" Id="R4e83b4899ba148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94af7ab2147ef" /><Relationship Type="http://schemas.openxmlformats.org/officeDocument/2006/relationships/notesSlide" Target="/ppt/notesSlides/notesSlide5.xml" Id="Rce8554d777d146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fe9b3272b4a07" /><Relationship Type="http://schemas.openxmlformats.org/officeDocument/2006/relationships/image" Target="/ppt/media/image.png" Id="Re4bcf91f93cd494f" /><Relationship Type="http://schemas.openxmlformats.org/officeDocument/2006/relationships/notesSlide" Target="/ppt/notesSlides/notesSlide6.xml" Id="R66e06b6181cf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92664af7f4e75" /><Relationship Type="http://schemas.openxmlformats.org/officeDocument/2006/relationships/notesSlide" Target="/ppt/notesSlides/notesSlide7.xml" Id="Rf23576d057cb44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9e7382fcf4d81" /><Relationship Type="http://schemas.openxmlformats.org/officeDocument/2006/relationships/chart" Target="/ppt/slides/charts/chart1.xml" Id="Ra9abedff5b1740e2" /><Relationship Type="http://schemas.openxmlformats.org/officeDocument/2006/relationships/notesSlide" Target="/ppt/notesSlides/notesSlide8.xml" Id="R6332764110e348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4dbfce9134013" /><Relationship Type="http://schemas.openxmlformats.org/officeDocument/2006/relationships/notesSlide" Target="/ppt/notesSlides/notesSlide9.xml" Id="R6498abe30e3a44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ddbfe96e447d3" /><Relationship Type="http://schemas.openxmlformats.org/officeDocument/2006/relationships/notesSlide" Target="/ppt/notesSlides/notesSlide10.xml" Id="R0f6642e2796a4b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0743c82ae459a" /><Relationship Type="http://schemas.openxmlformats.org/officeDocument/2006/relationships/notesSlide" Target="/ppt/notesSlides/notesSlide11.xml" Id="Rc99db79f1ed946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19928-91F8-4F69-8597-6744D7C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2DD9F-E85A-4B97-B3BB-230F7FA6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56DDD-7723-4DCD-BD2D-48156034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49353-9AD7-4700-8936-A15841CC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69EF-FC3D-4A83-90D7-AF68EF39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F0981-B4E4-4E3F-9873-983C9F7A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E4F8D-CACE-455D-84F1-9998D09F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691127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CED0A-871F-4F0B-A785-FCBB04EF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D7556-B4D3-490E-B779-D9FA033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B1A1B-74A0-403D-B23B-4D9C8FA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00D4-D5EC-481F-9E41-6333FE5C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36000-9122-4A9A-B26C-43D3535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55E49-DC4C-444A-A903-EC9AE5E2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C4E0E-CF3A-4B69-9DE5-0A8C2A1B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4CE37-A881-4BD9-A9F5-AE84A95A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7D1D5-5740-48D8-8799-7358523C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3D886-3BB5-4883-938B-C59003D5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EF007-D31E-4F00-BBBF-CAAFE703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A9ABC-8F9F-4767-A434-258A7772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240559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B0D02-B3AD-4662-971E-CB38FA36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BDD69-294C-4BB7-81EE-5F51D8C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A8B5A-96E9-4966-935F-E96125B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2BF4D-2568-473C-A869-E7219DE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04EEE-B85F-411B-82C5-38D6B098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4F64D-086F-4E86-A97C-2A1ACA25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DCD3A-CD37-4C5E-B2FA-88EBBD9F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46890-6DED-4444-A27A-59187DC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F6A16-200D-46AC-97DA-13E87912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C15C8-4900-4404-A7F1-35B4A617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FC93E-C3B9-430A-85A6-3248C962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46F9C-1F34-4125-B6C9-9904AB6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8B62E-B2C2-4A52-AEF1-51662934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9A3A9-C6E8-419C-B24C-2E31E0EC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29BD0-4B85-4345-9F41-05BABA3F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2EDB9-2C3A-4034-B770-39C0AED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A936B-7187-44FA-93CE-A42F17E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19976-345D-4628-960C-3F5591B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FA37C-DDE5-4ADE-8385-39E856D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963103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FD09B-89BE-4247-9F75-B788E41F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0BFEE-C971-43FF-9101-73617334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BA4E-FDDA-455B-BEBE-750C88CF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96E52-C47D-432B-BA29-3BA7BA11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139D4-72EB-47B4-A458-28A3EAA6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AEB17-9497-4E09-A465-A6A10589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8B352-40A0-4D13-814D-8E599D52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98FE3-A595-4E0B-AAC0-E2F2206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3E527-9935-4133-A84D-DE218019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3EF81-830F-4756-BD89-414DE8E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9339F-91A6-4E28-B5C2-EDD5C1A4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3B9E0-3C3A-4307-A755-79D7CE4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7252E-3200-42D7-9819-ECFA48D1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2F6C9-5BAF-42DC-8AB7-721A4BC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675E3-0FE4-45B5-8D28-0E22E463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1959B-6853-406A-AF78-5D468A9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1B3F0-D5C0-49EF-816A-3B57BD7B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0EBCB-F76F-498F-85C5-2996D2A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3DFF3-14B8-4303-8F7D-E395A4B2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EFD51-5B33-4BFF-95BF-264893B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8FEB6-0CE1-4482-AF6F-B3166926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1CAA3-9D63-41E2-8032-1377FCF1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D2730-9409-4E06-AC3D-52AC004D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1946862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BDF5C-A1E3-491E-B526-17123292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AD9BD-4FA8-4B5A-8003-28BE9E00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1F41D-9A9A-4D2E-B6B5-9A1F6D0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FCF73-DA9A-4695-AD13-61D3E46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457D-CC9B-40DF-B578-A2FB80E3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0C711-0456-483F-9050-EBB3F9E3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F4D1B-A884-48B9-983F-3D3A4AD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53159-FDB1-4AE4-80F9-326FCE6D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0237D-2573-44A5-B6E5-7E6FBFB9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98FEF-3077-44E8-A8C1-C084EBC9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A507E-9EA9-4957-BB0E-35E3C1CD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D75D5-5175-4C78-A01C-46825C7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AE4A-C852-4409-BC13-F466972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F1A3C-BB69-4CE0-8A64-9B9836FA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AF29F-0E3C-4D30-A9EB-1F569F6B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D7739-D166-4BCF-821E-FD9FC027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52A9B-7204-404D-9294-C9A6615A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251C9-026B-4656-A528-4655DE97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1902402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41C88-1497-448D-89A9-86ED794D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6817C-4891-449C-B2F4-6B9F5F0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1CC79-D843-40D3-B286-FF5808DC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cf91f93cd494f"/>
          <a:stretch xmlns:a="http://schemas.openxmlformats.org/drawingml/2006/main"/>
        </p:blipFill>
        <p:spPr>
          <a:xfrm xmlns:a="http://schemas.openxmlformats.org/drawingml/2006/main">
            <a:off x="2023330" y="1257300"/>
            <a:ext cx="1477839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D715E-C1B7-4686-A177-7EED10E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9E5B8-AEDC-4FC5-8224-8477C65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A3B1F-B96E-4795-A072-6D4B691E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EF111-7198-4DFC-8083-274F0053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7C7A7-AA27-47C9-BDF7-8E9B652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827FC-BC7E-45CA-8C51-A032D66C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4B738-6B72-44FE-BF75-3EBF1167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95AC1-1703-4F52-9E86-933187EA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E4A17-4076-4BF9-878A-DCB495E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08925-BC6E-4D9A-A94E-086B3073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FDF3A-3A94-49F0-842F-9BE8474D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D83E8-E42C-4BCE-A796-61EE9FE2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488803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720B2-9E2C-4821-811C-128CA654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0D9B4-C61A-4DF0-B1F4-D25FC239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61E8E-1110-4229-9A63-2B20151C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E4145-F60B-4128-8702-5B88637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5A99E-6F48-4C35-82F1-65C3904A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C80F6-81C4-4529-92AA-E8C6FA2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34386-FABA-4D24-94C3-4C87C25B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E2110-361E-4FD9-B3AB-A2DA83EE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148EA-6655-48E2-85B8-A1A3132F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5E8DC-26E4-4FCB-872D-A2FF0B89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F7F5E-CD21-4EC5-BDC6-C169C49C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14EB4-0E24-4A1E-8B97-A77B389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F545A-83C6-48F9-A9A0-1805EB0F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30AE3-2E29-43E2-BC9C-B143F06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8124F-1F20-493A-8E2A-BC9867B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AF1EB-5ABA-49F2-8FF7-4AC1CCC0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9B84D-8366-40D0-B5C3-32C4AFE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8EA77-5202-4684-A3E6-F8D50A3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8C214-7E99-42D8-BC4A-D8456C19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9BE62-1DC6-4178-BB31-A1D1DE94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7CBC2-BCFE-4F85-A819-0F6F331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09EFA-F2D1-4432-BE5A-C67C92E4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063E4-22F5-4D08-AE73-3C87FD3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1AB3F-B07D-4B4E-B3C5-B544D7B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1056426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B553C-68F5-46A0-BE81-BAB54299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DF671-9448-4335-B456-DCD8E9AC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06C0A-E3A2-4BF4-BEF2-2B7495A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abedff5b1740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F363B-3A25-4F12-A1B9-FAE0BE8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AB575-F671-4A0A-8A6F-07C6DB6D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C6BEB-B096-4E51-BBA0-E44C715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11192-AFB6-4C23-A819-4162AC20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15.36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D10CB-15A0-453B-B729-E2527A39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91A52-3CC7-419A-9F1B-837C169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8531F-B1DE-4C34-9A41-47EFC21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2893D-58A6-4A6E-96E0-03BC8C5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227028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12430-14AF-4224-9EFD-ACF0CC4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CB94A-98E2-4B97-A675-C5FF9DEC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700CD-34F4-4F81-9887-B9FB40AC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B25C6-EBA2-4AF8-B789-4021B0A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93FB1-72CC-42C8-A58F-8F9F54B0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C443C-A7C7-4C78-81FF-C217DF7F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F59A6-DD7E-4849-AE2C-815ED73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B69C3-6F7A-4B37-A6C9-CE7DBD1C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AA56F-0148-49CB-B0F2-7C9FFED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89B6A-1AE1-48F5-B7B1-E888E3A2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ADAD0-592F-4C58-87C1-E56315F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1B11E-86E3-497A-8BCB-ED1C890C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454E6-0DFE-4407-8349-589C1E09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827EC-B704-459B-8FF5-C2988CCF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81DA2-0FF4-42AE-96BA-A1B4782B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A47F2-08DB-41F2-AB64-3FC73BB6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60CB8-EDB5-4FA1-8FD6-9FF7D5F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1280B-DDCD-46B6-807E-01275E4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8BBA6-640A-48BD-9D25-2228D938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64708-6569-41E7-BB23-DD218DB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3A69F-9CDA-4BED-AE70-C7FA882E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8F004-3F43-43D5-981A-F3083EEC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047854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613C0-A477-44D1-B7A1-37BF30C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189EF-244E-484F-9EC2-7C18D69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05DB1-3917-40ED-AC87-EFA6D1D3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018B1-F977-4CB0-BD3B-EA9C79D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62788-583F-48FF-9261-B39C40E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4E72E-7B2A-46EC-9F5D-A3DFE8A8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38AC7-9033-486C-972E-17B95E13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840B1-7370-491D-B0D7-27435D77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448DC-07D2-409C-97FE-64947AA1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5604D-85DE-40E1-9C23-3744F889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DC00A-6F3D-4780-8322-FDA8314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B1F1A-12A8-4947-A8D3-B5CCA17B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91A40-7E57-47DF-A04F-53CC57B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D8BF4-AC2A-4080-8B41-1241B28D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71F8E-C07A-483A-B8D0-7DE7049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84586-D3B0-4CBA-ABC5-5E6CDBB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1523009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E97E6-C387-4EBA-86C2-BD1E7FF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C3D24-A88A-4AC5-8D19-A863FCD1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C9516-3ED3-48C9-9DC0-EC88567F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02F39-60AD-47CD-A3DA-782DE55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87CD-7959-45A8-8851-CF64D35A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runtime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package schema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Authenticated local planner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5293B-F6E4-48FE-9380-428E113F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656AF-79D2-48E8-8B70-22C8EE8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FD4AE-85F5-4158-AD51-E9DB922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Browser-store signing and review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datasets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operations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7DFDD-4A22-4310-981F-1B78AA6D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161F4-652F-47CA-9908-B3CCCE7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629632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2026-09-04T16:29:18.3340000Z</dcterms:created>
  <dcterms:modified xsi:type="dcterms:W3CDTF">2026-09-04T16:29:18.3340000Z</dcterms:modified>
</coreProperties>
</file>