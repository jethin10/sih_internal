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d1e59cc9184e1a" /><Relationship Type="http://schemas.openxmlformats.org/officeDocument/2006/relationships/extended-properties" Target="/docProps/app.xml" Id="Reac3aa54e7224e7d" /><Relationship Type="http://schemas.openxmlformats.org/officeDocument/2006/relationships/officeDocument" Target="/ppt/presentation.xml" Id="Rf5ce200a774547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fcf0f55be9429d"/>
  </p:sldMasterIdLst>
  <p:notesMasterIdLst>
    <p:notesMasterId xmlns:r="http://schemas.openxmlformats.org/officeDocument/2006/relationships" r:id="R50b70614d8324faf"/>
  </p:notesMasterIdLst>
  <p:sldIdLst>
    <p:sldId xmlns:r="http://schemas.openxmlformats.org/officeDocument/2006/relationships" id="256" r:id="Rba6bef49f444457a"/>
    <p:sldId xmlns:r="http://schemas.openxmlformats.org/officeDocument/2006/relationships" id="257" r:id="Rdb551f39d58c4ecb"/>
    <p:sldId xmlns:r="http://schemas.openxmlformats.org/officeDocument/2006/relationships" id="258" r:id="Rde91656923b84e64"/>
    <p:sldId xmlns:r="http://schemas.openxmlformats.org/officeDocument/2006/relationships" id="259" r:id="R34c1d908ef1c468f"/>
    <p:sldId xmlns:r="http://schemas.openxmlformats.org/officeDocument/2006/relationships" id="260" r:id="R2477c36b1e7d4f6d"/>
    <p:sldId xmlns:r="http://schemas.openxmlformats.org/officeDocument/2006/relationships" id="261" r:id="Re9a05dee29834122"/>
    <p:sldId xmlns:r="http://schemas.openxmlformats.org/officeDocument/2006/relationships" id="262" r:id="R611bccfd561f467b"/>
    <p:sldId xmlns:r="http://schemas.openxmlformats.org/officeDocument/2006/relationships" id="263" r:id="Rb52d6e56203143c7"/>
    <p:sldId xmlns:r="http://schemas.openxmlformats.org/officeDocument/2006/relationships" id="264" r:id="R60d8efe6165348c0"/>
    <p:sldId xmlns:r="http://schemas.openxmlformats.org/officeDocument/2006/relationships" id="265" r:id="R40b8a11e8f6c4430"/>
    <p:sldId xmlns:r="http://schemas.openxmlformats.org/officeDocument/2006/relationships" id="266" r:id="Rc77c00afe22a4c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ac255b92b64793" /><Relationship Type="http://schemas.openxmlformats.org/officeDocument/2006/relationships/slideMaster" Target="/ppt/slideMasters/slideMaster1.xml" Id="Rc1fcf0f55be9429d" /><Relationship Type="http://schemas.openxmlformats.org/officeDocument/2006/relationships/notesMaster" Target="/ppt/notesMasters/notesMaster1.xml" Id="R50b70614d8324faf" /><Relationship Type="http://schemas.openxmlformats.org/officeDocument/2006/relationships/presProps" Target="/ppt/presProps.xml" Id="R6b0a1ed38adf4b06" /><Relationship Type="http://schemas.openxmlformats.org/officeDocument/2006/relationships/tableStyles" Target="/ppt/tableStyles.xml" Id="R385b93fe068f414e" /><Relationship Type="http://schemas.openxmlformats.org/officeDocument/2006/relationships/slide" Target="/ppt/slides/slide1.xml" Id="Rba6bef49f444457a" /><Relationship Type="http://schemas.openxmlformats.org/officeDocument/2006/relationships/slide" Target="/ppt/slides/slide2.xml" Id="Rdb551f39d58c4ecb" /><Relationship Type="http://schemas.openxmlformats.org/officeDocument/2006/relationships/slide" Target="/ppt/slides/slide3.xml" Id="Rde91656923b84e64" /><Relationship Type="http://schemas.openxmlformats.org/officeDocument/2006/relationships/slide" Target="/ppt/slides/slide4.xml" Id="R34c1d908ef1c468f" /><Relationship Type="http://schemas.openxmlformats.org/officeDocument/2006/relationships/slide" Target="/ppt/slides/slide5.xml" Id="R2477c36b1e7d4f6d" /><Relationship Type="http://schemas.openxmlformats.org/officeDocument/2006/relationships/slide" Target="/ppt/slides/slide6.xml" Id="Re9a05dee29834122" /><Relationship Type="http://schemas.openxmlformats.org/officeDocument/2006/relationships/slide" Target="/ppt/slides/slide7.xml" Id="R611bccfd561f467b" /><Relationship Type="http://schemas.openxmlformats.org/officeDocument/2006/relationships/slide" Target="/ppt/slides/slide8.xml" Id="Rb52d6e56203143c7" /><Relationship Type="http://schemas.openxmlformats.org/officeDocument/2006/relationships/slide" Target="/ppt/slides/slide9.xml" Id="R60d8efe6165348c0" /><Relationship Type="http://schemas.openxmlformats.org/officeDocument/2006/relationships/slide" Target="/ppt/slides/slide10.xml" Id="R40b8a11e8f6c4430" /><Relationship Type="http://schemas.openxmlformats.org/officeDocument/2006/relationships/slide" Target="/ppt/slides/slide11.xml" Id="Rc77c00afe22a4c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ae4b29584e46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6fe3df57734d72" /><Relationship Type="http://schemas.openxmlformats.org/officeDocument/2006/relationships/notesMaster" Target="/ppt/notesMasters/notesMaster1.xml" Id="R22fb67d55c0f46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8b82b8313345dc" /><Relationship Type="http://schemas.openxmlformats.org/officeDocument/2006/relationships/notesMaster" Target="/ppt/notesMasters/notesMaster1.xml" Id="Ra256722baa4048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f4aa86338b43d7" /><Relationship Type="http://schemas.openxmlformats.org/officeDocument/2006/relationships/notesMaster" Target="/ppt/notesMasters/notesMaster1.xml" Id="R1f532cade7054c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2a7bef361d4957" /><Relationship Type="http://schemas.openxmlformats.org/officeDocument/2006/relationships/notesMaster" Target="/ppt/notesMasters/notesMaster1.xml" Id="Rb8122bfca45a4f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262465a7d24538" /><Relationship Type="http://schemas.openxmlformats.org/officeDocument/2006/relationships/notesMaster" Target="/ppt/notesMasters/notesMaster1.xml" Id="Rc85b9d40c2774d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fd113dd7c949ac" /><Relationship Type="http://schemas.openxmlformats.org/officeDocument/2006/relationships/notesMaster" Target="/ppt/notesMasters/notesMaster1.xml" Id="R1280b82d026446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f9352f94a9412e" /><Relationship Type="http://schemas.openxmlformats.org/officeDocument/2006/relationships/notesMaster" Target="/ppt/notesMasters/notesMaster1.xml" Id="Rdd675ebc9dc84d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fcb256a8894672" /><Relationship Type="http://schemas.openxmlformats.org/officeDocument/2006/relationships/notesMaster" Target="/ppt/notesMasters/notesMaster1.xml" Id="R01bf130bff7d4e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9ae329ea1d429c" /><Relationship Type="http://schemas.openxmlformats.org/officeDocument/2006/relationships/notesMaster" Target="/ppt/notesMasters/notesMaster1.xml" Id="Rea7eb6d5b23743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bf75af3be343b0" /><Relationship Type="http://schemas.openxmlformats.org/officeDocument/2006/relationships/notesMaster" Target="/ppt/notesMasters/notesMaster1.xml" Id="R56f3f342f5f643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533028a37c43bb" /><Relationship Type="http://schemas.openxmlformats.org/officeDocument/2006/relationships/notesMaster" Target="/ppt/notesMasters/notesMaster1.xml" Id="R7abad4f6e17f46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 statement, then move directly to the live product. Product source: extension/README.md.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excessive observation plus excessive execution authority. Avoid claiming every current agent behaves identically.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claim on this slide maps to shipped code in content/, background/, visual/ and sidepanel/.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evidence: background/service-worker.js, content/content-script.js, server/server.js and visual/offscreen.js.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displayed token is explanatory; the implementation uses uppercase hexadecimal without spaces. Evidence: lib/pii.js and background/service-worker.js.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by scripts/capture-product-ui.js from the running extension. Controlled result: 3 of 3 labelled Canvas targets recovered and 100% of OCR-detected sensitive lines masked. Source: artifacts/evaluation-report.json.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both outcomes: block Submit order, then repeat and allow once. Evidence: tests/cdp-smoke.js.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artifacts/evaluation-report.json generated on 4 September 2026. Chart unit: percentage points of context-byte reduction. Synthetic/local results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release gates passed in the latest npm run evaluate. Source: artifacts/EVALUATION-SUMMARY.md.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detailed overlapping responsibility map is in TEAM-RESPONSIBILITIES.md. These groups describe knowledge ownership rather than hierarchy.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live demo. Do not describe this as production ready. Use DEMO.md for the six-minute sequence and recovery options.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cbaf078094b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0dd32ddb494116" /><Relationship Type="http://schemas.openxmlformats.org/officeDocument/2006/relationships/slideLayout" Target="/ppt/slideLayouts/slideLayout1.xml" Id="Re7fa7361404248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fa7361404248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80bf4cb274e93" /><Relationship Type="http://schemas.openxmlformats.org/officeDocument/2006/relationships/notesSlide" Target="/ppt/notesSlides/notesSlide1.xml" Id="Rdbb01ac5a0584c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80458d8b84d83" /><Relationship Type="http://schemas.openxmlformats.org/officeDocument/2006/relationships/notesSlide" Target="/ppt/notesSlides/notesSlide2.xml" Id="Rafaca0a4e0ed4e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d56b09b92402b" /><Relationship Type="http://schemas.openxmlformats.org/officeDocument/2006/relationships/notesSlide" Target="/ppt/notesSlides/notesSlide3.xml" Id="R737fa7928afe43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33975483245f3" /><Relationship Type="http://schemas.openxmlformats.org/officeDocument/2006/relationships/notesSlide" Target="/ppt/notesSlides/notesSlide4.xml" Id="R85783cc271f849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9703bca9046f3" /><Relationship Type="http://schemas.openxmlformats.org/officeDocument/2006/relationships/notesSlide" Target="/ppt/notesSlides/notesSlide5.xml" Id="Rb7270334f94143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7b97cf289453f" /><Relationship Type="http://schemas.openxmlformats.org/officeDocument/2006/relationships/image" Target="/ppt/media/image.png" Id="Raf46d8f90a754ff2" /><Relationship Type="http://schemas.openxmlformats.org/officeDocument/2006/relationships/notesSlide" Target="/ppt/notesSlides/notesSlide6.xml" Id="Rfb1c79ad5e8244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63ced212a4bd2" /><Relationship Type="http://schemas.openxmlformats.org/officeDocument/2006/relationships/notesSlide" Target="/ppt/notesSlides/notesSlide7.xml" Id="R01513060c7b147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a7ce6dbb74685" /><Relationship Type="http://schemas.openxmlformats.org/officeDocument/2006/relationships/chart" Target="/ppt/slides/charts/chart1.xml" Id="Rd6815a5b09164e78" /><Relationship Type="http://schemas.openxmlformats.org/officeDocument/2006/relationships/notesSlide" Target="/ppt/notesSlides/notesSlide8.xml" Id="Rd0901b04ca984d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47bc5ced4474b" /><Relationship Type="http://schemas.openxmlformats.org/officeDocument/2006/relationships/notesSlide" Target="/ppt/notesSlides/notesSlide9.xml" Id="Rac1ff6adb18e49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ba4bf6ce54033" /><Relationship Type="http://schemas.openxmlformats.org/officeDocument/2006/relationships/notesSlide" Target="/ppt/notesSlides/notesSlide10.xml" Id="Rf3288c8db0b34e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a4a7cd8994e72" /><Relationship Type="http://schemas.openxmlformats.org/officeDocument/2006/relationships/notesSlide" Target="/ppt/notesSlides/notesSlide11.xml" Id="Rf0a55012671940e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Context reduction (%)</c:v>
          </c:tx>
          <c:spPr>
            <a:solidFill xmlns:a="http://schemas.openxmlformats.org/drawingml/2006/main">
              <a:srgbClr val="315CF5"/>
            </a:solidFill>
          </c:spPr>
          <c:cat>
            <c:strRef>
              <c:f>'Chart Data'!$A$2:$A$5</c:f>
              <c:strCache>
                <c:ptCount val="4"/>
                <c:pt idx="0">
                  <c:v>1k</c:v>
                </c:pt>
                <c:pt idx="1">
                  <c:v>5k</c:v>
                </c:pt>
                <c:pt idx="2">
                  <c:v>10k</c:v>
                </c:pt>
                <c:pt idx="3">
                  <c:v>20k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52.7</c:v>
                </c:pt>
                <c:pt idx="1">
                  <c:v>90.6</c:v>
                </c:pt>
                <c:pt idx="2">
                  <c:v>95.3</c:v>
                </c:pt>
                <c:pt idx="3">
                  <c:v>97.7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1DEF7-18D7-42EB-A7A2-496451B8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15384-B47C-4BE4-9C31-6C5DCABE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STRAW HATS  /  SIH 26171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7D161-A6C6-4428-B1BB-4A59CFE6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 Gateway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Browser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106C5-84FA-4214-BE13-25FDFE73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A local boundary between what an AI model can request and what a browser may disclose or execute.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C8171-A4D5-4D59-8CD8-A2502040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A0B0"/>
                </a:solidFill>
                <a:latin typeface="Arial"/>
                <a:ea typeface="Arial"/>
                <a:cs typeface="Arial"/>
              </a:rPr>
              <a:t>Internal hackathon presentation  · 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3E7E6-4446-4FFE-98E5-2A53C445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1381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7E00B-6ED2-4101-9503-4B6EF185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859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 raw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test</a:t>
            </a:r>
          </a:p>
        </p:txBody>
      </p:sp>
    </p:spTree>
    <p:extLst>
      <p:ext uri="{BB962C8B-B14F-4D97-AF65-F5344CB8AC3E}">
        <p14:creationId xmlns:p14="http://schemas.microsoft.com/office/powerpoint/2010/main" val="8724462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17496-C193-4022-9573-ED2BA9F6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browser-agent privacy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BC43A-8B84-4E53-8BAD-7073659B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BBD6D-A80B-4B90-BB5C-44C9C2D3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9B264-9A3C-43D3-A860-D4FA7014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Most agent loops combine two broad powers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46D87-B81D-4F45-A19C-9D7308B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E3233-24B3-4B6F-ADA5-A1E6110F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Full DOM text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Form values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Screenshots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116C7-B202-437C-BCED-604AC200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33C4A-CE28-4B7D-B61D-935DCF88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DDB09-D400-4919-82E8-719CF9D5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Click controls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Fill fields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Submit forms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DEAAF-7F8A-42E4-AD6A-9224077E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667000" cy="3429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F90E1-58E3-492D-A6EC-72D6E771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The missing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E9B93-BA1F-4720-9486-64D7C9A7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47950"/>
            <a:ext cx="1952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44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policy boundary that minimizes context before reasoning and validates every proposed action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180158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C82F0-6B7A-44CA-89D9-836C7A3F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C867D-C77B-45A2-B952-1BBF93BC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6F67F-7502-4BC5-A210-7AB5501A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02738-5F97-449A-B24C-A94F1D48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The model proposes. The gateway decides.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6DD99-06B6-44B2-8449-D1BBF37B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2D8A2-8DB0-4A11-AF43-423623E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04693-F685-4A03-83ED-9C958292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Build a local privacy graph from DOM, ARIA, forms, frames and visible OCR.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1DBA7-8278-437C-89F5-FD20B6A9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337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25802-536B-4D25-AD84-EFCC9769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410E1-C249-4B77-AABF-44AD2FDC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81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D6BD4-4CFC-4BB5-AFDA-0E171D2A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Replace private values with random task aliases and inspect the complete outbound payload.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37B27-9760-41FF-A30B-836398A8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68FF1-63F5-4771-8A68-96FDC643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0AE2C-1359-436F-9AC3-665E98F6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57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48B10-0774-4A15-9CAD-09A5D18F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386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Revalidate target, version, field type, task scope and risk before any browser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E42A59-0511-4DED-97CB-F3F76CBE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30C65-70D4-46DD-BF1E-3EB364C8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B0CAD-D8A2-4198-B6EF-6DAB7F8C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33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732A6-3775-4DF7-9AA3-8058A57A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Show masks, egress state, timing and local receipts inside the side panel.</a:t>
            </a:r>
          </a:p>
        </p:txBody>
      </p:sp>
    </p:spTree>
    <p:extLst>
      <p:ext uri="{BB962C8B-B14F-4D97-AF65-F5344CB8AC3E}">
        <p14:creationId xmlns:p14="http://schemas.microsoft.com/office/powerpoint/2010/main" val="9833198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00733F-6FBC-4480-BDAF-F5412535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2402E-FD95-44D3-BD3C-43E01588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13664-0B0C-4BC2-AFCB-6641CEED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79319-E2EA-48AB-AB65-DACAE318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EF1AA-5352-4F1A-BA64-7ED3E79D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F6519-158F-4BC7-B656-98B425A5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DOM · ARIA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forms · frames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F7EAF-55C7-46E7-8C13-EFA0FD2B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772F9-AF22-46D4-8A4A-3FF044D3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48F69-9F6B-43AA-BEAB-6CF7B62F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6A4F8-6FAD-4FFA-B19E-B2AF846B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privacy graph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PII policy · vault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5BECD-6897-4261-973A-5A4E2577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B46BE-727B-425E-AB85-5B8AB9EF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B9E2A-07C1-4D98-94E8-2C083480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 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0AE83-BF89-4C42-B042-2DB7AF31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8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local server or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HTTPS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5A6A5-3280-4CB0-A4FB-63253FA7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BD463-4008-4E3C-A545-EA47EE60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F11AD-C334-4201-BDF4-AB93F7A4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4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FIREWALL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5D6DF-E181-4642-8101-576602B9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2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scope · version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risk · 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FA91B-2F06-4383-8C8E-6F8CFBCA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48682-2238-4AB7-B659-C89353A8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VALUES STAY HERE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94701-C7F4-404F-AA90-05A324D3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669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safe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27E51-C888-4F2A-84BE-91E383F8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66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structured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1E27B-FA8A-4C0D-8EB0-A0472B5B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01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validated actions reach the page</a:t>
            </a:r>
          </a:p>
        </p:txBody>
      </p:sp>
    </p:spTree>
    <p:extLst>
      <p:ext uri="{BB962C8B-B14F-4D97-AF65-F5344CB8AC3E}">
        <p14:creationId xmlns:p14="http://schemas.microsoft.com/office/powerpoint/2010/main" val="623324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F9707-CBF0-405E-883C-85305ECD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Privacy graph and private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81B48-A171-4312-A460-0B3B4824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C516E-F2B8-4F0D-A61B-EE1E7D01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9182C-1202-4B1C-A14C-503B89A6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Raw page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B66F0-A7E5-48DB-8F84-7F95B5E3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test.user@example.com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1E713-D932-4EA5-BA78-196529A0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Local tokenization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FC621-721B-4DA5-BE06-5410C70D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&lt;EMAIL: 96-bit random ID&gt;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3056B-A576-43DD-9DD6-D8EA946E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1305E-B0D0-4A69-8CF4-1511DA53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graph node carries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AA793-D1E4-4C3D-817B-D6889BF2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431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semantic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D5DAD-8388-4599-AAD1-9E697BAB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4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Stable target ID, role, label and field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F348E-C13E-40C9-A6DB-DAD83BFB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freshness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6A694-2F72-43E6-9911-350D7F28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Content hash, mutation epoch and positive 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1BA73-7B5B-444C-8F66-402F463B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052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6E9A5-5893-4952-A341-91798DD9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052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KEEP, TOKENIZE, DROP or 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3F2BB-589B-47A5-A22C-2F83CAFF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execution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CAC0C-9772-44A8-B060-AEA8F551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Origin, task, destination field, expiry and use 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21FF5-B2A8-454F-90BD-68AD4F3A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Aliases rotate with every task and origin change.</a:t>
            </a:r>
          </a:p>
        </p:txBody>
      </p:sp>
    </p:spTree>
    <p:extLst>
      <p:ext uri="{BB962C8B-B14F-4D97-AF65-F5344CB8AC3E}">
        <p14:creationId xmlns:p14="http://schemas.microsoft.com/office/powerpoint/2010/main" val="11670191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C2B41-8308-4A32-A0F3-8B0C11CC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visual redaction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E8258-80A1-478D-97B6-CEB908C7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0F679-B262-46AD-B2D4-04873AF4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6d8f90a754ff2"/>
          <a:stretch xmlns:a="http://schemas.openxmlformats.org/drawingml/2006/main"/>
        </p:blipFill>
        <p:spPr>
          <a:xfrm xmlns:a="http://schemas.openxmlformats.org/drawingml/2006/main">
            <a:off x="2023846" y="1257300"/>
            <a:ext cx="1476807" cy="5095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F0900-49CD-4BFC-9A6F-9810BF67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7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Canvas text becomes usable without sending pixels to the planner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4D074-F844-430E-B2AC-9ED41A04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FB8A2-4B65-40FE-B1AE-07C35A15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Capture the visible tab locally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DCAF1-0F1B-4423-B036-3C488185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95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2A721-5816-4BEE-9F2D-E4E8EA01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Run bundled Tesseract 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BEEB3-A2EF-41DC-84E2-5B61D64D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0997D-DC77-4FA8-9202-717F57DD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Tokenize detected private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454AD-2619-4324-9ACA-4527F177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14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4640E-067C-43AD-A5D6-4B7299A5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14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Paint masks into a local 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8492D-B3E0-4042-832F-FCAAB011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24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95996-C264-41C1-AF11-7CA9A6C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24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Require pixel freshness before visual clicks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5E2ED-516E-4192-8C26-35A03547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102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2 sensitive regions masked in the controlled fixture</a:t>
            </a:r>
          </a:p>
        </p:txBody>
      </p:sp>
    </p:spTree>
    <p:extLst>
      <p:ext uri="{BB962C8B-B14F-4D97-AF65-F5344CB8AC3E}">
        <p14:creationId xmlns:p14="http://schemas.microsoft.com/office/powerpoint/2010/main" val="1388484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7FC354-7714-44B1-9CF4-B7E1D857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action firewall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1E1F5-6AD5-47B8-ABD2-3DEDB3A5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3ED70-3B1A-4863-8F56-137A719B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2C0E3-20CD-456F-A21E-C0C2A032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A737F-82A0-45F9-B85C-61B8A75C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5FACC-3B05-49C7-A25B-069275A6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PROPOSE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97380-8242-4797-BCAC-7BC88E5D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Planner returns one structured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B8F06-E7F2-4361-B21B-E374010C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0887E-E353-45D2-8887-A1226069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622AE-CF67-4DE0-B6D5-E09399F3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877D3-E9B4-40B8-A8B0-31ED3B8B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REVALIDATE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36184-9C33-4315-9C18-251E8BF3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Target, version, task scope and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6C674-E4A0-49FA-9F06-C9EFFAC4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6EEBE-50C4-40ED-8686-AF548E4A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C7270-01A0-4363-B641-884689A7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ADD6D-27C2-45BB-9CFD-ABD7866D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A1870-5F29-4F44-87A8-1DBA5C59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8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Field compatibility and side-effect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B7D4E-FA04-47F1-A316-98E5DEF2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04950-5919-4D70-8498-6006BB17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94C890-6EE5-447A-B026-B3063FB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9525">
            <a:solidFill>
              <a:srgbClr val="0B172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36BA4-1FBA-4B66-BCB2-0B2480B9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8ECDC-2E96-4C8B-8120-C3CF3D7C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Execute, block or request allow-once 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1D5E33-5470-4FFA-B20B-7F6B6479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73C0A1-64C7-4201-8EBC-C8123E23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Navigation clears stale visual state and pending confirmation. Origin changes also rotate every private capability.</a:t>
            </a:r>
          </a:p>
        </p:txBody>
      </p:sp>
    </p:spTree>
    <p:extLst>
      <p:ext uri="{BB962C8B-B14F-4D97-AF65-F5344CB8AC3E}">
        <p14:creationId xmlns:p14="http://schemas.microsoft.com/office/powerpoint/2010/main" val="16499814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96DA2-BC49-4B2C-BA00-20BE733C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Measured results on the presentation machine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C3E71-6C79-4479-A3CB-FC494D1C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DDB31-037E-4727-BDEE-64020D5D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815a5b09164e7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7CE56-31AB-456A-9511-124604B5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Context reduction by generated page 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02AF6-6182-4EBC-BD8F-BA799E5C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1,254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ACBCB-336D-49B1-AE2A-490CD89B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955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synthetic PII cases</a:t>
            </a:r>
          </a:p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 FP · 0 FN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1FD20-720F-443F-BD6B-112DDA10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12.36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322BE-4054-4152-9509-68751039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81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worst warm p95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42E19-7654-481A-9F01-9FAECA3A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434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4.02 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9BCF6-927D-4117-ABF2-7AC46647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graph estimate at 20k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15A87-9FBB-4433-BC9B-B513A64C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Controlled local fixtures. Full limitations appear in the generated evaluation report.</a:t>
            </a:r>
          </a:p>
        </p:txBody>
      </p:sp>
    </p:spTree>
    <p:extLst>
      <p:ext uri="{BB962C8B-B14F-4D97-AF65-F5344CB8AC3E}">
        <p14:creationId xmlns:p14="http://schemas.microsoft.com/office/powerpoint/2010/main" val="1453890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E7BAC4-2E31-4D82-B7C3-441F8884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Adversarial release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03EAD-AB0F-4DC8-9F91-3179378D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177D1-952F-4EBC-B9BE-8CA02006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42024-5F70-4548-9133-287E03A6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RAW PII EGRESS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84D41-DC19-4FA8-B019-786F0286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Known canaries reached the mock provider only after tokenization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1CCFD-B555-4F1D-852F-27AAAD8D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85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0C1B4-7F97-4A74-B0C5-78ED0B84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65715-8259-4F62-930F-98A1FA5F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TASK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EC3F4-B573-4F38-8F0C-38EF63C4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unrelated submit action proposed by the provider was blocked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51EC5-C5A7-40AD-ACC0-F8F9451D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EF68D-8DCF-445E-9299-684D798D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DF078-C321-47C2-B477-D56D32A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CROSS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3D62A-9523-4B64-ACEF-345C0FF2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private capability could not fill a field in another frame origin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BA2D6-42E8-4135-948E-B9CCC402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22401-1930-41C6-9659-F78332B9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4F55D-4F54-4EF8-A35E-D94B1689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VISUAL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D3147-39CD-4B2C-9715-1DFB4027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 and allow-once paths both preserved pixel freshness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FA9C3-1BAB-4CC1-AB58-8A84E8C4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71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2A78F-23D6-4E24-9546-F7981ABD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BA55B-1E1C-41C6-A565-2A2E7A0F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LARGE PAGE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B7E38F-6485-444A-AEC9-BC5064E5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graphs through 20,000 generated nodes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49EC3-4044-4B45-BF2B-E2C0C452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67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5027643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51057-924B-490E-9010-439EE0C9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Team knowledge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8D6CE-72DF-4241-B4C2-37BBFD9D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39F34-6FF3-4A3A-9CC9-EF6C7CDA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EED05-445B-4C4F-AA6C-54E4C0C3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PRODUCT +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AB54E-8942-4E2D-85DC-C3A6740B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Shubhangi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C00D0-0AB5-4B47-BF35-57011FD5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AD0B8-9E08-416C-B5EB-D14BFBA9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Side panel, demo flow, action schema, confirmation and browser 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B60D5-70FF-4923-B759-3396C0EB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PRIVACY +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4CFF3-471E-4BAE-BCE3-4FD813E7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Divyam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529C9-A7DA-4879-97BB-5028265B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AB8A7-46A5-4C8A-AC8D-42C0A974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PII pipeline, aliases, egress barrier, local planner and provider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A2662-F481-44F8-A0F5-89E2CF76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VISION +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F6E96-D1C8-47DB-994D-93CAC503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Shreya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FC754-6860-46D4-9A01-7D6A403A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C42C5-E301-4ECA-ADDC-F6FF2640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OCR, visual masks, test harness, five SIH metrics and presentation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96403-C09F-48C5-8CCE-1D2FCE5A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technical area has three people. Every member appears in more than one area.</a:t>
            </a:r>
          </a:p>
        </p:txBody>
      </p:sp>
    </p:spTree>
    <p:extLst>
      <p:ext uri="{BB962C8B-B14F-4D97-AF65-F5344CB8AC3E}">
        <p14:creationId xmlns:p14="http://schemas.microsoft.com/office/powerpoint/2010/main" val="8452725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B04B9-BACF-41DB-942E-3F296FDA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Current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9DBBE-0773-4DDD-A2BC-841C6203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1BCC1-055A-4137-B0B6-E4312BC8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D751E-9188-4315-B2C2-2D9E31F9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Ready to demonstrate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555B0-6868-4BC8-B5AC-A8F4E71C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Chrome extension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planner server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On-device OCR and masks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Strict egress and action controls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Reproducible evaluation and release ZIP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149CF-7211-46CE-B530-DB09FC3D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9314F-D534-4B17-AC88-6ED0C77C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Still research or production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EB807-0BAA-4ED3-962D-1F33CE2A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Broad real-world PII and vision benchmarks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Firefox packaging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Privileged browser surfaces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Enterprise administration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Independent security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59206-54A0-4BAE-9ED5-CA021BAE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12CC0-0067-4F08-B3EE-EF7EBA5D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24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  ·  Inspect page  /  Fill private value  /  Mask Canvas PII  /  Block and allow action</a:t>
            </a:r>
          </a:p>
        </p:txBody>
      </p:sp>
    </p:spTree>
    <p:extLst>
      <p:ext uri="{BB962C8B-B14F-4D97-AF65-F5344CB8AC3E}">
        <p14:creationId xmlns:p14="http://schemas.microsoft.com/office/powerpoint/2010/main" val="1436135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2026-09-04T14:33:04.4580000Z</dcterms:created>
  <dcterms:modified xsi:type="dcterms:W3CDTF">2026-09-04T14:33:04.4580000Z</dcterms:modified>
</coreProperties>
</file>