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a7123c097342c3" /><Relationship Type="http://schemas.openxmlformats.org/officeDocument/2006/relationships/extended-properties" Target="/docProps/app.xml" Id="R385a948b3b704e66" /><Relationship Type="http://schemas.openxmlformats.org/officeDocument/2006/relationships/officeDocument" Target="/ppt/presentation.xml" Id="R6b3b7051586942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6c2dde0da942f6"/>
  </p:sldMasterIdLst>
  <p:notesMasterIdLst>
    <p:notesMasterId xmlns:r="http://schemas.openxmlformats.org/officeDocument/2006/relationships" r:id="Rb030e0c031fa4279"/>
  </p:notesMasterIdLst>
  <p:sldIdLst>
    <p:sldId xmlns:r="http://schemas.openxmlformats.org/officeDocument/2006/relationships" id="256" r:id="R0f6cb94d74b24415"/>
    <p:sldId xmlns:r="http://schemas.openxmlformats.org/officeDocument/2006/relationships" id="257" r:id="R24ddcbedb59e466f"/>
    <p:sldId xmlns:r="http://schemas.openxmlformats.org/officeDocument/2006/relationships" id="258" r:id="Rc427270a0e6e46d7"/>
    <p:sldId xmlns:r="http://schemas.openxmlformats.org/officeDocument/2006/relationships" id="259" r:id="R4ad0705fb1d74369"/>
    <p:sldId xmlns:r="http://schemas.openxmlformats.org/officeDocument/2006/relationships" id="260" r:id="Rc480fe15f6394197"/>
    <p:sldId xmlns:r="http://schemas.openxmlformats.org/officeDocument/2006/relationships" id="261" r:id="R0988636d69864b3e"/>
    <p:sldId xmlns:r="http://schemas.openxmlformats.org/officeDocument/2006/relationships" id="262" r:id="Rf02e2f4aa3da4058"/>
    <p:sldId xmlns:r="http://schemas.openxmlformats.org/officeDocument/2006/relationships" id="263" r:id="R934976b1d6f84134"/>
    <p:sldId xmlns:r="http://schemas.openxmlformats.org/officeDocument/2006/relationships" id="264" r:id="Rabf5a76cbdc94a34"/>
    <p:sldId xmlns:r="http://schemas.openxmlformats.org/officeDocument/2006/relationships" id="265" r:id="R65dbb405cc5c459e"/>
    <p:sldId xmlns:r="http://schemas.openxmlformats.org/officeDocument/2006/relationships" id="266" r:id="R0cd6b814f61b41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73637d9a404e98" /><Relationship Type="http://schemas.openxmlformats.org/officeDocument/2006/relationships/slideMaster" Target="/ppt/slideMasters/slideMaster1.xml" Id="R2d6c2dde0da942f6" /><Relationship Type="http://schemas.openxmlformats.org/officeDocument/2006/relationships/notesMaster" Target="/ppt/notesMasters/notesMaster1.xml" Id="Rb030e0c031fa4279" /><Relationship Type="http://schemas.openxmlformats.org/officeDocument/2006/relationships/presProps" Target="/ppt/presProps.xml" Id="Rb47c0a57f72f4677" /><Relationship Type="http://schemas.openxmlformats.org/officeDocument/2006/relationships/tableStyles" Target="/ppt/tableStyles.xml" Id="R6233f44266454d96" /><Relationship Type="http://schemas.openxmlformats.org/officeDocument/2006/relationships/slide" Target="/ppt/slides/slide1.xml" Id="R0f6cb94d74b24415" /><Relationship Type="http://schemas.openxmlformats.org/officeDocument/2006/relationships/slide" Target="/ppt/slides/slide2.xml" Id="R24ddcbedb59e466f" /><Relationship Type="http://schemas.openxmlformats.org/officeDocument/2006/relationships/slide" Target="/ppt/slides/slide3.xml" Id="Rc427270a0e6e46d7" /><Relationship Type="http://schemas.openxmlformats.org/officeDocument/2006/relationships/slide" Target="/ppt/slides/slide4.xml" Id="R4ad0705fb1d74369" /><Relationship Type="http://schemas.openxmlformats.org/officeDocument/2006/relationships/slide" Target="/ppt/slides/slide5.xml" Id="Rc480fe15f6394197" /><Relationship Type="http://schemas.openxmlformats.org/officeDocument/2006/relationships/slide" Target="/ppt/slides/slide6.xml" Id="R0988636d69864b3e" /><Relationship Type="http://schemas.openxmlformats.org/officeDocument/2006/relationships/slide" Target="/ppt/slides/slide7.xml" Id="Rf02e2f4aa3da4058" /><Relationship Type="http://schemas.openxmlformats.org/officeDocument/2006/relationships/slide" Target="/ppt/slides/slide8.xml" Id="R934976b1d6f84134" /><Relationship Type="http://schemas.openxmlformats.org/officeDocument/2006/relationships/slide" Target="/ppt/slides/slide9.xml" Id="Rabf5a76cbdc94a34" /><Relationship Type="http://schemas.openxmlformats.org/officeDocument/2006/relationships/slide" Target="/ppt/slides/slide10.xml" Id="R65dbb405cc5c459e" /><Relationship Type="http://schemas.openxmlformats.org/officeDocument/2006/relationships/slide" Target="/ppt/slides/slide11.xml" Id="R0cd6b814f61b41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3f9d457a0c4a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859079cd0845de" /><Relationship Type="http://schemas.openxmlformats.org/officeDocument/2006/relationships/notesMaster" Target="/ppt/notesMasters/notesMaster1.xml" Id="R351dcc52b5b64a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ee0f63564543d4" /><Relationship Type="http://schemas.openxmlformats.org/officeDocument/2006/relationships/notesMaster" Target="/ppt/notesMasters/notesMaster1.xml" Id="R4f001c5095da42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f0ea090ee2418f" /><Relationship Type="http://schemas.openxmlformats.org/officeDocument/2006/relationships/notesMaster" Target="/ppt/notesMasters/notesMaster1.xml" Id="Recabf1ef860b48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98b7ff625b41b4" /><Relationship Type="http://schemas.openxmlformats.org/officeDocument/2006/relationships/notesMaster" Target="/ppt/notesMasters/notesMaster1.xml" Id="Rd72f6a97e4304c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89ec3d543245bf" /><Relationship Type="http://schemas.openxmlformats.org/officeDocument/2006/relationships/notesMaster" Target="/ppt/notesMasters/notesMaster1.xml" Id="Rdd9cc9de0a2644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7b5437876747bd" /><Relationship Type="http://schemas.openxmlformats.org/officeDocument/2006/relationships/notesMaster" Target="/ppt/notesMasters/notesMaster1.xml" Id="Rec2fac332a1846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55cf41395448ea" /><Relationship Type="http://schemas.openxmlformats.org/officeDocument/2006/relationships/notesMaster" Target="/ppt/notesMasters/notesMaster1.xml" Id="Rbe7828631f5c49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bed7fa3bac4290" /><Relationship Type="http://schemas.openxmlformats.org/officeDocument/2006/relationships/notesMaster" Target="/ppt/notesMasters/notesMaster1.xml" Id="Rf9b8b98a03b040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db54d984044bf3" /><Relationship Type="http://schemas.openxmlformats.org/officeDocument/2006/relationships/notesMaster" Target="/ppt/notesMasters/notesMaster1.xml" Id="Reee207583e4545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78eb0e8d1f4403" /><Relationship Type="http://schemas.openxmlformats.org/officeDocument/2006/relationships/notesMaster" Target="/ppt/notesMasters/notesMaster1.xml" Id="R08ceee98706a4b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2538dc3af54bf9" /><Relationship Type="http://schemas.openxmlformats.org/officeDocument/2006/relationships/notesMaster" Target="/ppt/notesMasters/notesMaster1.xml" Id="R50793f83d08547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 statement, then move directly to the live product. Product source: extension/README.md.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excessive observation plus excessive execution authority. Avoid claiming every current agent behaves identically.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claim on this slide maps to shipped code in content/, background/, visual/ and sidepanel/.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evidence: background/service-worker.js, content/content-script.js, server/server.js and visual/offscreen.js.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displayed token is explanatory; the implementation uses uppercase hexadecimal without spaces. Evidence: lib/pii.js and background/service-worker.js.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by scripts/capture-product-ui.js from the running extension. Controlled result: 3 of 3 labelled Canvas targets recovered and 100% of OCR-detected sensitive lines masked. Source: artifacts/evaluation-report.json.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both outcomes: block Submit order, then repeat and allow once. Evidence: tests/cdp-smoke.js.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artifacts/evaluation-report.json generated on 4 September 2026. The chart values are percentages represented as displayed values, not Excel percentage fractions. Synthetic/local results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release gates passed in the latest npm run evaluate. Source: artifacts/EVALUATION-SUMMARY.md.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detailed overlapping responsibility map is in TEAM-RESPONSIBILITIES.md. These groups describe knowledge ownership rather than hierarchy.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live demo. Do not describe this as production ready. Use DEMO.md for the six-minute sequence and recovery options.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59d1deaa914c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08100c1ed243dc" /><Relationship Type="http://schemas.openxmlformats.org/officeDocument/2006/relationships/slideLayout" Target="/ppt/slideLayouts/slideLayout1.xml" Id="R920982cf38dd42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0982cf38dd42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9fdb29faf46b4" /><Relationship Type="http://schemas.openxmlformats.org/officeDocument/2006/relationships/notesSlide" Target="/ppt/notesSlides/notesSlide1.xml" Id="R63e6a80277a945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420b1b396419c" /><Relationship Type="http://schemas.openxmlformats.org/officeDocument/2006/relationships/notesSlide" Target="/ppt/notesSlides/notesSlide2.xml" Id="Rf8d3bde9b3164a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3224a49b043b3" /><Relationship Type="http://schemas.openxmlformats.org/officeDocument/2006/relationships/notesSlide" Target="/ppt/notesSlides/notesSlide3.xml" Id="Ra0d7edf269194a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8d57524c5491c" /><Relationship Type="http://schemas.openxmlformats.org/officeDocument/2006/relationships/notesSlide" Target="/ppt/notesSlides/notesSlide4.xml" Id="Ra651c64073ff4e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3318249d74a61" /><Relationship Type="http://schemas.openxmlformats.org/officeDocument/2006/relationships/notesSlide" Target="/ppt/notesSlides/notesSlide5.xml" Id="R6c75010d15aa4b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e870a010641b0" /><Relationship Type="http://schemas.openxmlformats.org/officeDocument/2006/relationships/image" Target="/ppt/media/image.png" Id="R98db08fb197d4d88" /><Relationship Type="http://schemas.openxmlformats.org/officeDocument/2006/relationships/notesSlide" Target="/ppt/notesSlides/notesSlide6.xml" Id="R9e1598919f8e4b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bca9bc89b4f85" /><Relationship Type="http://schemas.openxmlformats.org/officeDocument/2006/relationships/notesSlide" Target="/ppt/notesSlides/notesSlide7.xml" Id="R3c6e7022dc1f43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40dafee864784" /><Relationship Type="http://schemas.openxmlformats.org/officeDocument/2006/relationships/chart" Target="/ppt/slides/charts/chart1.xml" Id="R90a995a7d987459d" /><Relationship Type="http://schemas.openxmlformats.org/officeDocument/2006/relationships/notesSlide" Target="/ppt/notesSlides/notesSlide8.xml" Id="Rd111241ac24a4b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5158be3634fb2" /><Relationship Type="http://schemas.openxmlformats.org/officeDocument/2006/relationships/notesSlide" Target="/ppt/notesSlides/notesSlide9.xml" Id="R48cb844edd2247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3af313bae4a47" /><Relationship Type="http://schemas.openxmlformats.org/officeDocument/2006/relationships/notesSlide" Target="/ppt/notesSlides/notesSlide10.xml" Id="R56c0401d242646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9377beed64cab" /><Relationship Type="http://schemas.openxmlformats.org/officeDocument/2006/relationships/notesSlide" Target="/ppt/notesSlides/notesSlide11.xml" Id="R25d918fa987a47a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Context reduction</c:v>
          </c:tx>
          <c:spPr>
            <a:solidFill xmlns:a="http://schemas.openxmlformats.org/drawingml/2006/main">
              <a:srgbClr val="315CF5"/>
            </a:solidFill>
          </c:spPr>
          <c:cat>
            <c:strRef>
              <c:f>'Chart Data'!$A$2:$A$5</c:f>
              <c:strCache>
                <c:ptCount val="4"/>
                <c:pt idx="0">
                  <c:v>1k</c:v>
                </c:pt>
                <c:pt idx="1">
                  <c:v>5k</c:v>
                </c:pt>
                <c:pt idx="2">
                  <c:v>10k</c:v>
                </c:pt>
                <c:pt idx="3">
                  <c:v>20k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0.527</c:v>
                </c:pt>
                <c:pt idx="1">
                  <c:v>0.906</c:v>
                </c:pt>
                <c:pt idx="2">
                  <c:v>0.953</c:v>
                </c:pt>
                <c:pt idx="3">
                  <c:v>0.977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BD2EF-8E0A-4B65-B334-F88F641B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BF61E-451E-428E-81DA-79751C47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STRAW HATS  /  SIH 26171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F8930-DAB8-4EE4-9491-13D3840A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8590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Privacy Gateway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Browser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AF4F4-786E-4B30-950A-38F7AA35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A local boundary between what an AI model can request and what a browser may disclose or execute.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63727-632F-4FE5-A5C0-FD05537B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EA0B0"/>
                </a:solidFill>
                <a:latin typeface="Arial"/>
                <a:ea typeface="Arial"/>
                <a:cs typeface="Arial"/>
              </a:rPr>
              <a:t>Internal hackathon presentation  · 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E778F-81A4-49D4-A81B-516FA076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62050"/>
            <a:ext cx="1381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CA74F-5BF7-4119-AD1C-4E61EAF9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85900"/>
            <a:ext cx="1028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PII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 raw</a:t>
            </a:r>
          </a:p>
        </p:txBody>
      </p:sp>
    </p:spTree>
    <p:extLst>
      <p:ext uri="{BB962C8B-B14F-4D97-AF65-F5344CB8AC3E}">
        <p14:creationId xmlns:p14="http://schemas.microsoft.com/office/powerpoint/2010/main" val="2996453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C727E-85E1-4C34-9649-4080BEBD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The browser-agent privacy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F0159-32DF-4590-9ECA-692B1186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D9E18-281A-4B0E-AC0D-6B7C830E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7B0DF-C712-44EB-87F8-8AB1E479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Most agent loops combine two broad powers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D7D24-62F4-468F-B247-6EE1BB1C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SEE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D667B-4988-4AF9-BEAA-971AA041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Full DOM text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Form values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Screenshots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04340-609D-47AD-BDE1-809108B1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CD7C8-4247-4292-BC12-7DF5B61B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CD895-0058-4D47-BDDB-FD47E1C4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Click controls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Fill fields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Submit forms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E9AC2-86A3-4702-A58D-348064EC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667000" cy="3429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EAD66-AE95-4549-BB7D-0D76AD54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002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The missing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E806C-ED2E-4310-8685-71112FC6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47950"/>
            <a:ext cx="1952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44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local policy boundary that minimizes context before reasoning and validates every proposed action before execution.</a:t>
            </a:r>
          </a:p>
        </p:txBody>
      </p:sp>
    </p:spTree>
    <p:extLst>
      <p:ext uri="{BB962C8B-B14F-4D97-AF65-F5344CB8AC3E}">
        <p14:creationId xmlns:p14="http://schemas.microsoft.com/office/powerpoint/2010/main" val="6313959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C7E7D2-802E-4F54-AF71-FA6BA1A1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The product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8E35F-F42C-490C-994D-C85AF6E6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913EA-BD56-4A54-A7BC-794C9C27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13065-2F0F-4E14-AD7F-5E5D6A7D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The model proposes. The gateway decides.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5122C-616C-4A18-B4F8-4620F77B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88256-E0A5-4120-896A-EF3D6D43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05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CFBC1-919F-46FB-8117-FB439177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Build a local privacy graph from DOM, ARIA, forms, frames and visible OCR.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E0D80-DC79-4A90-9C2A-ECD1B216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337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2FBE0-323C-4F1D-8BEA-2035C50F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5CDC3-F161-4345-9842-8EA82709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81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DISCLOSURE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43145-04E1-4F44-9E2A-8D06B85D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Replace private values with random task aliases and inspect the complete outbound payload.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24293-2E68-4A18-B075-C30D2DF2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00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8EA1FB-A70A-41F1-8D1E-1BBCC5A9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BCD57-D090-495C-B244-E5776E86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57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166C4-E35B-473C-8EF3-2B704C2B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386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Revalidate target, version, field type, task scope and risk before any browser 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A14FC-A0DF-4873-8931-BB571F42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522F3-DC49-4D20-B336-C207DEFE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1183ED-B1FA-4242-B186-509568D9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33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1FD78A-1F34-45A0-A28C-E5CC0423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Show masks, egress state, timing and local receipts inside the side panel.</a:t>
            </a:r>
          </a:p>
        </p:txBody>
      </p:sp>
    </p:spTree>
    <p:extLst>
      <p:ext uri="{BB962C8B-B14F-4D97-AF65-F5344CB8AC3E}">
        <p14:creationId xmlns:p14="http://schemas.microsoft.com/office/powerpoint/2010/main" val="18925671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FB35E8-D035-4118-9F41-0B176C8B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3F2F5-DECA-4742-91AF-59FF893F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B9238-7E55-44D2-B13A-6AD0FE97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7B1DC-9D06-4305-B983-ACF5AF9C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712A0-6CA1-4451-9DCB-42CC8197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64E8A-1284-416A-86A7-4B4D0F1B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DOM · ARIA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forms · frames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563F3-5CAD-4556-8F25-7A7CBC0E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CAC33-E4CB-40E4-8D33-108740AC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3B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6A1F5-61AA-422E-B786-7F5D24F4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5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LOCAL 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8B000-A887-4DC5-8C20-60EF8AD9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privacy graph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PII policy · vault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5F245-66CC-45D7-9288-EC3029F0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125B9-6DAD-43BF-A4B8-742304FB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45BF0-5A42-410F-9585-8DDE7866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 PLANNER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90356-812C-4503-BC3B-CD509BC0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8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local server or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HTTPS endpoint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1BFB4-E392-4D58-9B53-32A8EF2B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009754-5375-44C2-A951-8AE1AD8C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3B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9B629-1144-4D7C-A36C-9C16AB5D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4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LOCAL FIREWALL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A59D5D-B7D0-4004-8673-45A8F3CF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2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scope · version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risk · confirmation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94A20-937E-4DEF-A483-208F50F1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0125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8F7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714F67-8E96-408A-AFB9-BB683CD1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53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RAW VALUES STAY HERE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C614BE-AA02-411D-89D5-96B194D9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669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safe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56E6C0-BAE1-4E39-9039-7F36B5F4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8669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structured 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8B0956-CA70-4530-9133-902040BF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19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01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Only validated actions reach the page</a:t>
            </a:r>
          </a:p>
        </p:txBody>
      </p:sp>
    </p:spTree>
    <p:extLst>
      <p:ext uri="{BB962C8B-B14F-4D97-AF65-F5344CB8AC3E}">
        <p14:creationId xmlns:p14="http://schemas.microsoft.com/office/powerpoint/2010/main" val="7859612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268BB-0627-436C-9CE0-BB36C8C8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Privacy graph and private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1CC35-71C7-4F38-A0CA-356AE2D4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5BFD1-C74E-4106-9DBA-243688C3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2EBEB-3588-4666-A998-801D7ED4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Raw page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5F6D1-6826-4FEB-85E4-AB4A43C5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test.user@example.com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0A538-858E-4FE8-95B7-B05822AB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Local tokenization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057CA-9BE7-4449-BE53-FBADB3B8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&lt;EMAIL: 96-bit random ID&gt;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F07C4-69DF-4158-AADC-528655FA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9BC9F-F16F-41FA-A971-85E9A2A2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24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Every graph node carries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5AAC5-9B08-4EFB-8FF1-725AFECA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431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semantic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09BF7-4F26-4D84-9ADB-0ED5D93F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4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Stable target ID, role, label and field 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4C81E-F681-47D7-9900-0D25FA88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24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freshness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922EB-6C14-4423-8CDE-D842D7A1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2417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Content hash, mutation epoch and positive 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E1FE2-99AE-45FB-B39E-B9ECD2DC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052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disclosure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C58B81-B09F-4F31-83E5-8F1A1738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0522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64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KEEP, TOKENIZE, DROP or BLOCK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0D964-29F9-49EC-BE34-51191182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862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execution limits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6C9208-B45A-43EB-9AA4-9F782072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Origin, task, destination field, expiry and use 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E7C640-DC8A-4F4D-89E7-08721842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Aliases rotate with every task and origin change.</a:t>
            </a:r>
          </a:p>
        </p:txBody>
      </p:sp>
    </p:spTree>
    <p:extLst>
      <p:ext uri="{BB962C8B-B14F-4D97-AF65-F5344CB8AC3E}">
        <p14:creationId xmlns:p14="http://schemas.microsoft.com/office/powerpoint/2010/main" val="13048655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8082B9-9661-4461-AA17-52ABA56B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visual redaction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C98E4-CE2D-4DB7-9C23-B71CE0E5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047A3-09BF-4E22-99A2-B4FDA514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b08fb197d4d88"/>
          <a:stretch xmlns:a="http://schemas.openxmlformats.org/drawingml/2006/main"/>
        </p:blipFill>
        <p:spPr>
          <a:xfrm xmlns:a="http://schemas.openxmlformats.org/drawingml/2006/main">
            <a:off x="1849239" y="1257300"/>
            <a:ext cx="1826022" cy="5095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FB8AF-8A55-4BF8-ABF9-3CD21068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6685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7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Canvas text becomes usable without sending pixels to the planner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FBF6A-6F9A-4E2B-86F8-C19F7C28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924FA-526E-469F-AB11-17DE61D0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860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Capture the visible tab locally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DB9ED-0694-49E6-A32B-A3D7C51E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95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B6FB5-C87A-4306-9703-4DCD3AAA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Run bundled Tesseract OCR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D665B-4E10-4C0D-A452-545A12D3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8382F-6F58-40DC-8F78-837B553A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Tokenize detected private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E718C-31EC-4437-99C3-B87BC407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14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A61D1-F402-4BF4-A7AE-E4978563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148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Paint masks into a local preview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C7350-736D-49DA-9C14-82FE048E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244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19B4C-B9FA-4D24-9061-79DB43AB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244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Require pixel freshness before visual clicks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43848-4B93-4B4C-94F0-F953BE9C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8102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2 sensitive regions masked in the controlled fixture</a:t>
            </a:r>
          </a:p>
        </p:txBody>
      </p:sp>
    </p:spTree>
    <p:extLst>
      <p:ext uri="{BB962C8B-B14F-4D97-AF65-F5344CB8AC3E}">
        <p14:creationId xmlns:p14="http://schemas.microsoft.com/office/powerpoint/2010/main" val="1137430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1FCB4B-9B91-40A3-ADDF-CB0766AF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action firewall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CE5C2-ACE2-4599-A4D9-BBE3CB21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FD6D1-FB13-42CE-93AD-9A030AF4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C1DB9-3934-45C4-BDF4-E7470220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F6704-A8F6-487B-BF35-46493FC7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35D3E-1AD9-4DAC-A7C6-B3153D34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PROPOSE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AB484-F71F-4E4B-A97E-F30D24AB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Planner returns one structured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E5FD4-1113-49AA-B250-6F4CFB22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48B13-680D-40A3-9745-A70454CC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526D3-E4E4-4E2C-B81B-C12F939D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9350F-F90A-4203-9ACD-AF43BEFA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REVALIDATE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50729-61F9-4B7D-AA1A-4003C302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Target, version, task scope and origin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8F30E-6CC9-452F-A037-6B1E0E0C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56216-9F00-48C3-8D84-82537DA2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14B04-9DB2-4627-83BE-BFA8FF5C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B353C-DE85-4515-AB13-398A527D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EC59AC-0E6B-4B5E-8ACE-62A9C2B7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8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Field compatibility and side-effect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60B3B-4712-48A9-A015-A7170B0E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2B56E-30B9-4B4D-8F26-C3A4ACF7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BD152C-469C-43D9-98E5-EF675E55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9525">
            <a:solidFill>
              <a:srgbClr val="0B172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C54E27-287F-4F66-B4B2-2057EDCC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60280B-1E22-418B-8598-91EB3A6C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7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Execute, block or request allow-once confirmation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FA283D-E675-4FA4-BB22-C06AE243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978365-9EAE-4ADC-9259-15D027BC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Navigation clears stale visual state and pending confirmation. Origin changes also rotate every private capability.</a:t>
            </a:r>
          </a:p>
        </p:txBody>
      </p:sp>
    </p:spTree>
    <p:extLst>
      <p:ext uri="{BB962C8B-B14F-4D97-AF65-F5344CB8AC3E}">
        <p14:creationId xmlns:p14="http://schemas.microsoft.com/office/powerpoint/2010/main" val="20794699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F6A30-2BD5-4AAD-B6DB-00E1DB2B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Measured results on the presentation machine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38435-8760-4F06-9F1C-44C730A5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2F527-11FB-474C-8195-975D3567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a995a7d987459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4C045-66AD-4227-A457-1BF41DD3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Context reduction by generated page 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A126C-4468-4545-AAAF-1B4E4167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1,254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65EA0-8E4B-4FE5-9B92-17D79AA4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955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synthetic PII cases</a:t>
            </a:r>
          </a:p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 FP · 0 FN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98265-3FFA-4A4D-AD75-B148567D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12.36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F63C1-F1AC-4604-B8B8-6AC510F2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81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worst warm p95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07474-15A1-4A8B-920F-798F6076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434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4.02 MB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29EAD-567B-4B6C-AB85-1F0A87D1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graph estimate at 20k nodes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B378D-AC06-48AE-8561-400B4CEA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Controlled local fixtures. Full limitations appear in the generated evaluation report.</a:t>
            </a:r>
          </a:p>
        </p:txBody>
      </p:sp>
    </p:spTree>
    <p:extLst>
      <p:ext uri="{BB962C8B-B14F-4D97-AF65-F5344CB8AC3E}">
        <p14:creationId xmlns:p14="http://schemas.microsoft.com/office/powerpoint/2010/main" val="19705618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2C258-44F1-48D8-8C99-2CAD3BF0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Adversarial release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F6022-60AF-4427-BE65-83772072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E3851-CD92-492A-931B-A15052A7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0EFE8-C73D-45CA-9AAB-5B536104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RAW PII EGRESS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01A8E-D977-4F6B-9E04-A6A515BA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668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Known canaries reached the mock provider only after tokenization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829E2-0149-40BB-AC6F-3DB7C82A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85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B0A1E-1523-4415-9B19-FD6AE3F7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04C20-4532-4EB2-9FBB-1F4F5639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TASK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C0CAA-3EA9-4A0F-9023-295082D3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 unrelated submit action proposed by the provider was blocked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9AC7E-E592-4924-B177-B9C6B8EB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C3692-5F5A-4D8B-8504-393E6274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94DCB-E662-4E35-BEEA-601618A5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CROSS ORIGIN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0A821-3BC3-44C7-986F-2C3572B5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private capability could not fill a field in another frame origin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E0920-07C2-47E6-A728-001B2E44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97BA6E-BD50-41B9-A0C6-D7A0CBFA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C26EB-4506-4F46-8A5F-F0011133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VISUAL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394F4-084A-4AD4-A29F-A6084C78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529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 and allow-once paths both preserved pixel freshness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EC537C-9861-4746-92AC-467CBDAE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71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8F7659-B856-466E-AD8F-CD717ADD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8F77C-1BC3-4809-955D-BFB00F3A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LARGE PAGE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5AB9C8-3D6C-4FF6-A8CA-CD1AE28E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 graphs through 20,000 generated nodes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81FF87-D136-46C7-AA0F-331CE7C2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67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13980963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B369E-72C6-469C-A114-E6C16D6A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Team knowledge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C378A-F95F-4200-9B1B-4173DF13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CAE0E-4A72-4419-B89E-856BF1A4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2A60E-5F90-4EEA-8798-1FD124B1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PRODUCT +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B64CE-DBBC-4A8C-BA9E-798DBC17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Jethin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Shubhangi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Ishu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81A1C-3967-449D-961C-1D6A877C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BAEF3-D60B-47AD-87BB-68CED197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Side panel, demo flow, action schema, confirmation and browser execution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537A9-19AE-4C64-AD09-87E2EB27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PRIVACY +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A20FA-6EA1-4B74-B1CB-E88F9FED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Divyam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Maan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Jethin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190BB-EE82-44DF-AE3A-2556BB68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84877-F060-4ABA-9A51-3966434A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PII pipeline, aliases, egress barrier, local planner and provider 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0ECC2-ECA6-4252-9725-EAEB1BB7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VISION +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FEFC6-673A-433D-B3A9-91F3D6A3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Shreya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Ishu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Maan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7FD97-551A-4A88-82F9-6650FD11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56AA3-1B50-4136-8D0B-EE733257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OCR, visual masks, test harness, five SIH metrics and presentation recovery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15D005-15E1-47DD-811F-C7DCB813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Every technical area has three people. Every member appears in more than one area.</a:t>
            </a:r>
          </a:p>
        </p:txBody>
      </p:sp>
    </p:spTree>
    <p:extLst>
      <p:ext uri="{BB962C8B-B14F-4D97-AF65-F5344CB8AC3E}">
        <p14:creationId xmlns:p14="http://schemas.microsoft.com/office/powerpoint/2010/main" val="13765997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47475-2E2F-4749-AF22-B2D4EAC9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Current product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00F05-A725-4B2A-A887-176B88D8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B3A9F-1D4A-456D-BD3C-ECB47A7E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421C8-BE19-4A14-A9DC-381ABA34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Ready to demonstrate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C64A5-5742-4D09-90F9-7731D545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Chrome extension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planner server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On-device OCR and masks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Strict egress and action controls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Reproducible evaluation and release ZIP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21840-5501-43A4-8ECB-42E4D72C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991FC-5802-4415-B980-3427A5B9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Still research or production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A2423-860C-4B71-9402-FFEAEDA5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Broad real-world PII and vision benchmarks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Firefox packaging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Privileged browser surfaces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Enterprise administration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Independent security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58ABA-A91E-4280-A749-92C0A08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18708-26B9-407E-AA15-C2BE5378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24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DEMO  ·  Inspect page  /  Fill private value  /  Mask Canvas PII  /  Block and allow action</a:t>
            </a:r>
          </a:p>
        </p:txBody>
      </p:sp>
    </p:spTree>
    <p:extLst>
      <p:ext uri="{BB962C8B-B14F-4D97-AF65-F5344CB8AC3E}">
        <p14:creationId xmlns:p14="http://schemas.microsoft.com/office/powerpoint/2010/main" val="468662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2026-09-04T11:05:37.6160000Z</dcterms:created>
  <dcterms:modified xsi:type="dcterms:W3CDTF">2026-09-04T11:05:37.6160000Z</dcterms:modified>
</coreProperties>
</file>