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664a5480f6437b" /><Relationship Type="http://schemas.openxmlformats.org/officeDocument/2006/relationships/extended-properties" Target="/docProps/app.xml" Id="Rbc8e1f72baa94b3d" /><Relationship Type="http://schemas.openxmlformats.org/officeDocument/2006/relationships/officeDocument" Target="/ppt/presentation.xml" Id="Ra37eebaa366a48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051278d63c48bd"/>
  </p:sldMasterIdLst>
  <p:notesMasterIdLst>
    <p:notesMasterId xmlns:r="http://schemas.openxmlformats.org/officeDocument/2006/relationships" r:id="R5827d7ddcf874ff5"/>
  </p:notesMasterIdLst>
  <p:sldIdLst>
    <p:sldId xmlns:r="http://schemas.openxmlformats.org/officeDocument/2006/relationships" id="256" r:id="R9711b5704ab0441b"/>
    <p:sldId xmlns:r="http://schemas.openxmlformats.org/officeDocument/2006/relationships" id="257" r:id="Rf7fd5e7f147049c5"/>
    <p:sldId xmlns:r="http://schemas.openxmlformats.org/officeDocument/2006/relationships" id="258" r:id="R1f81e207efdf454a"/>
    <p:sldId xmlns:r="http://schemas.openxmlformats.org/officeDocument/2006/relationships" id="259" r:id="R35aef1f387294821"/>
    <p:sldId xmlns:r="http://schemas.openxmlformats.org/officeDocument/2006/relationships" id="260" r:id="R8acce9ef2bfc44d5"/>
    <p:sldId xmlns:r="http://schemas.openxmlformats.org/officeDocument/2006/relationships" id="261" r:id="R5bfdb4c4bcab42b6"/>
    <p:sldId xmlns:r="http://schemas.openxmlformats.org/officeDocument/2006/relationships" id="262" r:id="R28cde06c146147be"/>
    <p:sldId xmlns:r="http://schemas.openxmlformats.org/officeDocument/2006/relationships" id="263" r:id="R5635508e36d24dbf"/>
    <p:sldId xmlns:r="http://schemas.openxmlformats.org/officeDocument/2006/relationships" id="264" r:id="R76255ff4d045466f"/>
    <p:sldId xmlns:r="http://schemas.openxmlformats.org/officeDocument/2006/relationships" id="265" r:id="Rb0ecbdde8af844fb"/>
    <p:sldId xmlns:r="http://schemas.openxmlformats.org/officeDocument/2006/relationships" id="266" r:id="Ra2f01c0998c248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c1a3c9717e4d9a" /><Relationship Type="http://schemas.openxmlformats.org/officeDocument/2006/relationships/slideMaster" Target="/ppt/slideMasters/slideMaster1.xml" Id="R9a051278d63c48bd" /><Relationship Type="http://schemas.openxmlformats.org/officeDocument/2006/relationships/notesMaster" Target="/ppt/notesMasters/notesMaster1.xml" Id="R5827d7ddcf874ff5" /><Relationship Type="http://schemas.openxmlformats.org/officeDocument/2006/relationships/presProps" Target="/ppt/presProps.xml" Id="Rb9ffa964fde644d1" /><Relationship Type="http://schemas.openxmlformats.org/officeDocument/2006/relationships/tableStyles" Target="/ppt/tableStyles.xml" Id="R9e4ea681f42f4477" /><Relationship Type="http://schemas.openxmlformats.org/officeDocument/2006/relationships/slide" Target="/ppt/slides/slide1.xml" Id="R9711b5704ab0441b" /><Relationship Type="http://schemas.openxmlformats.org/officeDocument/2006/relationships/slide" Target="/ppt/slides/slide2.xml" Id="Rf7fd5e7f147049c5" /><Relationship Type="http://schemas.openxmlformats.org/officeDocument/2006/relationships/slide" Target="/ppt/slides/slide3.xml" Id="R1f81e207efdf454a" /><Relationship Type="http://schemas.openxmlformats.org/officeDocument/2006/relationships/slide" Target="/ppt/slides/slide4.xml" Id="R35aef1f387294821" /><Relationship Type="http://schemas.openxmlformats.org/officeDocument/2006/relationships/slide" Target="/ppt/slides/slide5.xml" Id="R8acce9ef2bfc44d5" /><Relationship Type="http://schemas.openxmlformats.org/officeDocument/2006/relationships/slide" Target="/ppt/slides/slide6.xml" Id="R5bfdb4c4bcab42b6" /><Relationship Type="http://schemas.openxmlformats.org/officeDocument/2006/relationships/slide" Target="/ppt/slides/slide7.xml" Id="R28cde06c146147be" /><Relationship Type="http://schemas.openxmlformats.org/officeDocument/2006/relationships/slide" Target="/ppt/slides/slide8.xml" Id="R5635508e36d24dbf" /><Relationship Type="http://schemas.openxmlformats.org/officeDocument/2006/relationships/slide" Target="/ppt/slides/slide9.xml" Id="R76255ff4d045466f" /><Relationship Type="http://schemas.openxmlformats.org/officeDocument/2006/relationships/slide" Target="/ppt/slides/slide10.xml" Id="Rb0ecbdde8af844fb" /><Relationship Type="http://schemas.openxmlformats.org/officeDocument/2006/relationships/slide" Target="/ppt/slides/slide11.xml" Id="Ra2f01c0998c248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b2979d681d4e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bc628eb1ae4ce9" /><Relationship Type="http://schemas.openxmlformats.org/officeDocument/2006/relationships/notesMaster" Target="/ppt/notesMasters/notesMaster1.xml" Id="R3fa18f95ba9b4e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b082f6385b4a8f" /><Relationship Type="http://schemas.openxmlformats.org/officeDocument/2006/relationships/notesMaster" Target="/ppt/notesMasters/notesMaster1.xml" Id="R46ebc48c9e7c45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b0e9632e114163" /><Relationship Type="http://schemas.openxmlformats.org/officeDocument/2006/relationships/notesMaster" Target="/ppt/notesMasters/notesMaster1.xml" Id="R700c5a9878be40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98fb244ae64c44" /><Relationship Type="http://schemas.openxmlformats.org/officeDocument/2006/relationships/notesMaster" Target="/ppt/notesMasters/notesMaster1.xml" Id="R6083379fc1b847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7052352eeb4169" /><Relationship Type="http://schemas.openxmlformats.org/officeDocument/2006/relationships/notesMaster" Target="/ppt/notesMasters/notesMaster1.xml" Id="R4e4446fd3cbf47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ce8c0c5dc34c53" /><Relationship Type="http://schemas.openxmlformats.org/officeDocument/2006/relationships/notesMaster" Target="/ppt/notesMasters/notesMaster1.xml" Id="Rccb413c8647e4c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ee8eeaca104892" /><Relationship Type="http://schemas.openxmlformats.org/officeDocument/2006/relationships/notesMaster" Target="/ppt/notesMasters/notesMaster1.xml" Id="Rcfcc9e19c8844b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79f1263e3c43f7" /><Relationship Type="http://schemas.openxmlformats.org/officeDocument/2006/relationships/notesMaster" Target="/ppt/notesMasters/notesMaster1.xml" Id="R7b1daa9196a844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0ae33b83fe4c10" /><Relationship Type="http://schemas.openxmlformats.org/officeDocument/2006/relationships/notesMaster" Target="/ppt/notesMasters/notesMaster1.xml" Id="R7fc9e97529464e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02953d2e5a40ad" /><Relationship Type="http://schemas.openxmlformats.org/officeDocument/2006/relationships/notesMaster" Target="/ppt/notesMasters/notesMaster1.xml" Id="Rbe61d8db3c3946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19d0c7921d4e33" /><Relationship Type="http://schemas.openxmlformats.org/officeDocument/2006/relationships/notesMaster" Target="/ppt/notesMasters/notesMaster1.xml" Id="Rea5049582d0a45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problem statement, then move directly to the live product. Product source: extension/README.md.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as excessive observation plus excessive execution authority. Avoid claiming every current agent behaves identically.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claim on this slide maps to shipped code in content/, background/, visual/ and sidepanel/.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evidence: background/service-worker.js, content/content-script.js, server/server.js and visual/offscreen.js.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displayed token is explanatory; the implementation uses uppercase hexadecimal without spaces. Evidence: lib/pii.js and background/service-worker.js.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generated by scripts/capture-product-ui.js from the running extension. Controlled result: 3 of 3 labelled Canvas targets recovered and 100% of OCR-detected sensitive lines masked. Source: artifacts/evaluation-report.json.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both outcomes: block Submit order, then repeat and allow once. Evidence: tests/cdp-smoke.js.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artifacts/evaluation-report.json generated on 4 September 2026. Chart unit: percentage points of context-byte reduction. Synthetic/local results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release gates passed in the latest npm run evaluate. Source: artifacts/EVALUATION-SUMMARY.md.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detailed overlapping responsibility map is in TEAM-RESPONSIBILITIES.md. These groups describe knowledge ownership rather than hierarchy.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live demo. Do not describe this as production ready. Use DEMO.md for the six-minute sequence and recovery options.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5fa53d59d146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5a8cb1a1994362" /><Relationship Type="http://schemas.openxmlformats.org/officeDocument/2006/relationships/slideLayout" Target="/ppt/slideLayouts/slideLayout1.xml" Id="Rf52cbaf2bbc54d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2cbaf2bbc54d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b39ec6a644893" /><Relationship Type="http://schemas.openxmlformats.org/officeDocument/2006/relationships/notesSlide" Target="/ppt/notesSlides/notesSlide1.xml" Id="R3fc8d799b6c747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d1b157d4c4ef6" /><Relationship Type="http://schemas.openxmlformats.org/officeDocument/2006/relationships/notesSlide" Target="/ppt/notesSlides/notesSlide2.xml" Id="R2149de8cbd754f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256a12fef42a5" /><Relationship Type="http://schemas.openxmlformats.org/officeDocument/2006/relationships/notesSlide" Target="/ppt/notesSlides/notesSlide3.xml" Id="Rcc7b783a40ad44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c1dbbce694923" /><Relationship Type="http://schemas.openxmlformats.org/officeDocument/2006/relationships/notesSlide" Target="/ppt/notesSlides/notesSlide4.xml" Id="R3f9cfbfd600a4f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6feb128dd4f3c" /><Relationship Type="http://schemas.openxmlformats.org/officeDocument/2006/relationships/notesSlide" Target="/ppt/notesSlides/notesSlide5.xml" Id="Rf92aea46850c47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f646caae34b65" /><Relationship Type="http://schemas.openxmlformats.org/officeDocument/2006/relationships/image" Target="/ppt/media/image.png" Id="R62ae074ab08c4abc" /><Relationship Type="http://schemas.openxmlformats.org/officeDocument/2006/relationships/notesSlide" Target="/ppt/notesSlides/notesSlide6.xml" Id="R1f36be0a43ef4a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3b8478e7745ea" /><Relationship Type="http://schemas.openxmlformats.org/officeDocument/2006/relationships/notesSlide" Target="/ppt/notesSlides/notesSlide7.xml" Id="Rcde0859c817c45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71cf84150435e" /><Relationship Type="http://schemas.openxmlformats.org/officeDocument/2006/relationships/chart" Target="/ppt/slides/charts/chart1.xml" Id="Refb5ce9451a44982" /><Relationship Type="http://schemas.openxmlformats.org/officeDocument/2006/relationships/notesSlide" Target="/ppt/notesSlides/notesSlide8.xml" Id="R1a0a77a81dc94e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e18fd6cdb49d6" /><Relationship Type="http://schemas.openxmlformats.org/officeDocument/2006/relationships/notesSlide" Target="/ppt/notesSlides/notesSlide9.xml" Id="R5d810071c5d246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3894fe6d14c5e" /><Relationship Type="http://schemas.openxmlformats.org/officeDocument/2006/relationships/notesSlide" Target="/ppt/notesSlides/notesSlide10.xml" Id="R39f3597cc9824f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7d240839c466c" /><Relationship Type="http://schemas.openxmlformats.org/officeDocument/2006/relationships/notesSlide" Target="/ppt/notesSlides/notesSlide11.xml" Id="R72c76d9decae467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Context reduction (%)</c:v>
          </c:tx>
          <c:spPr>
            <a:solidFill xmlns:a="http://schemas.openxmlformats.org/drawingml/2006/main">
              <a:srgbClr val="315CF5"/>
            </a:solidFill>
          </c:spPr>
          <c:cat>
            <c:strRef>
              <c:f>'Chart Data'!$A$2:$A$5</c:f>
              <c:strCache>
                <c:ptCount val="4"/>
                <c:pt idx="0">
                  <c:v>1k</c:v>
                </c:pt>
                <c:pt idx="1">
                  <c:v>5k</c:v>
                </c:pt>
                <c:pt idx="2">
                  <c:v>10k</c:v>
                </c:pt>
                <c:pt idx="3">
                  <c:v>20k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52.7</c:v>
                </c:pt>
                <c:pt idx="1">
                  <c:v>90.6</c:v>
                </c:pt>
                <c:pt idx="2">
                  <c:v>95.3</c:v>
                </c:pt>
                <c:pt idx="3">
                  <c:v>97.7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89BC2-6B36-4D1A-B3CC-2B6A353C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9525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03577-A0A6-47E7-BFE6-965F1D33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STRAW HATS  /  SIH 26171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9476F-761B-4242-9DFE-3D79DA94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85900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Privacy Gateway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Browser Agents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911AD-E928-4110-86C0-31BE2835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A local boundary between what an AI model can request and what a browser may disclose or execute.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7C1B6-0D2B-44B5-A0B0-6CE3E39E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EA0B0"/>
                </a:solidFill>
                <a:latin typeface="Arial"/>
                <a:ea typeface="Arial"/>
                <a:cs typeface="Arial"/>
              </a:rPr>
              <a:t>Internal hackathon presentation  · 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4D72C-6F6D-4471-84C2-36117CB6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62050"/>
            <a:ext cx="13811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315CF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45B78-D9E3-49F6-9862-6BB45A3B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85900"/>
            <a:ext cx="1028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 raw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 test</a:t>
            </a:r>
          </a:p>
        </p:txBody>
      </p:sp>
    </p:spTree>
    <p:extLst>
      <p:ext uri="{BB962C8B-B14F-4D97-AF65-F5344CB8AC3E}">
        <p14:creationId xmlns:p14="http://schemas.microsoft.com/office/powerpoint/2010/main" val="19344235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B71B1B-A048-4266-9CCF-054F049A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The browser-agent privacy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C3FEC-5F73-42D3-A31C-F18AF519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7586F-18B5-4446-8FB7-CF293D8A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96393-C356-443B-AC71-25DF8A4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Most agent loops combine two broad powers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B7582-B830-463A-B986-9F9158D3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SEE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24ACB-C88D-453C-A90E-CD1AB411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Full DOM text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Form values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Screenshots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4C12D-C4D7-408F-B257-E07E0871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B2DA56-175E-4CFB-9CD8-35B5B97B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669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86C9CA-47F8-408B-9EA3-E8BECA21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Click controls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Fill fields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Submit forms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FEC9FC-0DFB-49ED-BBF9-3F45C28F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2667000" cy="3429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B172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98606F-8F95-4D8C-9CBC-C675EBE4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002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7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The missing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27A780-7101-4256-AE69-4BE00BFC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47950"/>
            <a:ext cx="1952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442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local policy boundary that minimizes context before reasoning and validates every proposed action before execution.</a:t>
            </a:r>
          </a:p>
        </p:txBody>
      </p:sp>
    </p:spTree>
    <p:extLst>
      <p:ext uri="{BB962C8B-B14F-4D97-AF65-F5344CB8AC3E}">
        <p14:creationId xmlns:p14="http://schemas.microsoft.com/office/powerpoint/2010/main" val="9906681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FE5547-41EC-4810-BD3B-D92D9452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The product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244D9-9793-495B-975B-B743A77D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1A873-276B-4D20-9AA7-7D027764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D3034-EF42-4CFE-AFD1-172AEDB1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The model proposes. The gateway decides.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8694C-30D3-4703-AEFA-4C092621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3579C-E1B4-4F62-950B-80EB0D63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05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5563C-A46F-4320-9382-EF76FD6A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Build a local privacy graph from DOM, ARIA, forms, frames and visible OCR.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421EC-8FE3-4A31-851A-768B8555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33700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9E8B85-FA55-414D-8F70-1945DF35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95E79-402B-4C67-A2D8-B1BD1FBC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81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DISCLOSURE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F632F1-8861-4CB1-AE4C-0C4B24BC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Replace private values with random task aliases and inspect the complete outbound payload.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E9B6B-36EA-4CB4-B5FB-77F7B3C3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10000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1CD45-5636-445A-98BB-9D690068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7DBBF2-FC16-4D94-9555-7F3D44D7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57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DCEF9-6CB5-435F-BD0C-322304AF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386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Revalidate target, version, field type, task scope and risk before any browser action.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9DFB07-8818-4813-A5D1-B005084D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86300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8FADAE-5EE3-4EA1-BA8F-C64950F4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3E9198-A6FF-48E8-93C4-0088212F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33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7C3ADD-0E3F-4BFB-843D-3E9E10A8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149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Show masks, egress state, timing and local receipts inside the side panel.</a:t>
            </a:r>
          </a:p>
        </p:txBody>
      </p:sp>
    </p:spTree>
    <p:extLst>
      <p:ext uri="{BB962C8B-B14F-4D97-AF65-F5344CB8AC3E}">
        <p14:creationId xmlns:p14="http://schemas.microsoft.com/office/powerpoint/2010/main" val="19104287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4FF6D3-EB83-420B-8B99-D04B7A4F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D31C8-D031-4D57-8E2B-9CF1D6BB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B76B4-9AB3-4F0F-A407-F255C075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FB1E8-E88D-4B72-AB48-AE9A05A7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536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E4A7A-09F8-45DD-A58E-CF5B0540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WEB PAGE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8CD62-EF3F-4F70-A511-3A42B709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DOM · ARIA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forms · frames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9EE8C-EAA2-47C5-A75E-A18C68A0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71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5D7B9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5D7B9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05FAB-D199-4AFE-A832-7AD53154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E3B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01558-3B62-4CD0-9961-7A117486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5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LOCAL GATEWAY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BCF9E-7E32-4FE1-AEC3-7BE1127D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privacy graph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PII policy · vault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00AB0-0A52-44EF-83A1-27095F35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71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5D7B9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5D7B9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337F5-BD0D-4D22-817C-15FB8E81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536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C346BC-91E7-4367-BAE6-5118A0DC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 PLANNER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32AB5-5ACA-4B3F-A68C-8F15F718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88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local server or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HTTPS endpoint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6339C1-1827-4E4C-8165-B9C689C3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71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5D7B9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5D7B9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073DA-51A1-4DA9-9CFE-FBC1B937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E3B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79DFC7-7B05-42DF-A194-6B2B3E91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4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LOCAL FIREWALL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87A429-11FB-4F50-A60F-D2322E9E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12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scope · version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risk · confirmation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97C50C-E15C-43B3-83D1-65823E8A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0125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8F7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E80373-F397-4A1E-89E8-8333EC5A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53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RAW VALUES STAY HERE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E72033-14B0-4A95-A45D-AB0E59C0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669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safe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5215A4-67E4-4C61-BFCE-D8036A2E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8669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structured 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E54C66-01E1-4B72-962A-B881DC91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197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01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Only validated actions reach the page</a:t>
            </a:r>
          </a:p>
        </p:txBody>
      </p:sp>
    </p:spTree>
    <p:extLst>
      <p:ext uri="{BB962C8B-B14F-4D97-AF65-F5344CB8AC3E}">
        <p14:creationId xmlns:p14="http://schemas.microsoft.com/office/powerpoint/2010/main" val="2789820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115A73-96EF-4AD8-90D6-841382C8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Privacy graph and private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F6B7D-EBDC-4468-BED1-61F97E54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81BA9-EA02-4CEE-9335-9464B89E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A9ACB-C63A-477E-8F2F-4E9B83F0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Raw page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53341-9804-4C24-B6DB-7B8BBF89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test.user@example.com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F4F77-5562-4A2C-AF2F-340A31AD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Local tokenization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58780-CE92-47C9-9578-43126C21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&lt;EMAIL: 96-bit random ID&gt;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E709A-ECCE-4CEF-96E8-46408366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A02BDB-6A14-4AB3-865C-E7EECF11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24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Every graph node carries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53627-8A81-4DB7-AD20-BDF5EDD3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431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semantic 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597DC-3E8F-4EFE-A9F8-4BD158DA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4312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4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Stable target ID, role, label and field 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4DE59-6354-4EB8-BA6D-0714DDC9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241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freshness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AA5A1A-9446-4002-9495-7A6F143C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2417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Content hash, mutation epoch and positive version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E3EB04-4E74-40B2-9325-46B24257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052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disclosure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D1DA1-6F2F-40D2-8A80-7EBF22FD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0522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64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KEEP, TOKENIZE, DROP or BLOCK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292B4C-383D-412F-BEA1-364ADAAE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862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execution limits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730ED5-6164-425C-AE61-392FE7CE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8627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Origin, task, destination field, expiry and use count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E9FCBD-785B-40B1-BE18-246F6F3D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Aliases rotate with every task and origin change.</a:t>
            </a:r>
          </a:p>
        </p:txBody>
      </p:sp>
    </p:spTree>
    <p:extLst>
      <p:ext uri="{BB962C8B-B14F-4D97-AF65-F5344CB8AC3E}">
        <p14:creationId xmlns:p14="http://schemas.microsoft.com/office/powerpoint/2010/main" val="19661581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9A925C-B267-460E-9309-A91A0BDC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Local visual redaction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679A3-5D05-4E6F-8AA5-A95E95DE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83ACB-60B9-4B9B-AAA0-54F31006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e074ab08c4abc"/>
          <a:stretch xmlns:a="http://schemas.openxmlformats.org/drawingml/2006/main"/>
        </p:blipFill>
        <p:spPr>
          <a:xfrm xmlns:a="http://schemas.openxmlformats.org/drawingml/2006/main">
            <a:off x="2023330" y="1257300"/>
            <a:ext cx="1477839" cy="5095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BC0BC-B775-4859-9A81-955B89FD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6685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7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Canvas text becomes usable without sending pixels to the planner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11145-CD5A-4E69-BD7D-AF6436FA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860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D0FF7-DED7-4218-A7EB-D8009E65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860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Capture the visible tab locally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23232-78C8-4950-9A5C-E038FCFA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95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69133-BF17-4C33-AB3A-F40C2E84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956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Run bundled Tesseract OCR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A1256-5D05-4CC3-B383-2B8B689E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052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9641B-B271-42A1-AB00-89F940D1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052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Tokenize detected private 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2B41E-C605-4421-B056-A1977588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148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F0777F-FB64-4F8D-90BA-B63EEC6A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148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Paint masks into a local preview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BDCAAD-F57D-415B-8F4B-F44E5773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244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14ACA8-EEAB-443B-92CC-09277DE7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244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Require pixel freshness before visual clicks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D6B167-44A7-4E42-82EC-0CFDC2B1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8102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2 sensitive regions masked in the controlled fixture</a:t>
            </a:r>
          </a:p>
        </p:txBody>
      </p:sp>
    </p:spTree>
    <p:extLst>
      <p:ext uri="{BB962C8B-B14F-4D97-AF65-F5344CB8AC3E}">
        <p14:creationId xmlns:p14="http://schemas.microsoft.com/office/powerpoint/2010/main" val="15120372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DE9D94-23C0-47CE-A9BC-BBE83A26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Local action firewall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232B2-4018-4C96-9EE1-305B0AD1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8BFDB-A2FD-4D5C-AD0D-67880CF2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0D759C-2EAE-4FD6-A2A0-0719D5A0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A5BDF-7953-4DDC-B2A9-156061E3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4846D-C50D-4D3E-85EA-CDBD907E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PROPOSE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FDBF2-4D17-4E3A-93C7-E1FDACF8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9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Planner returns one structured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34D49-38D7-428C-AB31-9E378284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051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DC0B8-7F7B-4E36-A583-D7ACD6CA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C46B1-9A6E-4577-B883-BCEEBCE2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D8880B-05B5-411C-8084-1BB50E2D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REVALIDATE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75083-86A5-4443-A2C3-E881ADFF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9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Target, version, task scope and origin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37F144-B4A3-476F-8F83-33491C4B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7051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2230A0-16B1-4B40-9257-DFA06D28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EF34CA-D6AA-4E96-ACB5-4C9477C2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2B142B-F627-4F29-ADEF-1253A975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AEB9A9-407A-4064-85B4-682CCA1A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38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Field compatibility and side-effect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AE77B0-425E-4D0C-A421-09954ACC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051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8F1E27-358F-465E-BCD3-C6FCD2B9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7A15C8-1C88-44C8-9720-41A47DF8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B1725"/>
          </a:solidFill>
          <a:ln xmlns:a="http://schemas.openxmlformats.org/drawingml/2006/main" w="9525">
            <a:solidFill>
              <a:srgbClr val="0B172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9A483B-9FAD-4BA4-9A1E-7EDC4CB4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8C0A02-1EED-4362-B632-A4A25638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7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Execute, block or request allow-once confirmation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94A6C0-4302-41B3-85C5-78F693FC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CF9EB1-75B3-44B2-876D-8D331533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Navigation clears stale visual state and pending confirmation. Origin changes also rotate every private capability.</a:t>
            </a:r>
          </a:p>
        </p:txBody>
      </p:sp>
    </p:spTree>
    <p:extLst>
      <p:ext uri="{BB962C8B-B14F-4D97-AF65-F5344CB8AC3E}">
        <p14:creationId xmlns:p14="http://schemas.microsoft.com/office/powerpoint/2010/main" val="2323902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35A84-BFB2-47F0-B335-8E19EC97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Measured results on the presentation machine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6AA5B-ED72-488A-A050-D4658A00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95A9B-E13C-451B-BEE7-88F2EBBC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19125" y="1571625"/>
          <a:ext xmlns:a="http://schemas.openxmlformats.org/drawingml/2006/main" cx="5810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b5ce9451a4498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20345-5464-4A86-8FD5-FBB2A577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Context reduction by generated page size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07E2A-B456-4CFC-8C48-F4BB34A9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668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1,254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25444-9192-4606-9389-0A2676C2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9552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synthetic PII cases</a:t>
            </a:r>
          </a:p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 FP · 0 FN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4D361-3FC5-4A77-8898-5651AA0E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15.36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EF065-DB18-45BB-BE15-7BB36BAC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81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worst warm p95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E83BEB-5944-4818-AEF4-07F3C4A8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434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4.02 MB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79954-5965-45F0-8CB9-C064C1CF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graph estimate at 20k nodes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33658-2266-43A3-90E3-1F81CEB9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Controlled local fixtures. Full limitations appear in the generated evaluation report.</a:t>
            </a:r>
          </a:p>
        </p:txBody>
      </p:sp>
    </p:spTree>
    <p:extLst>
      <p:ext uri="{BB962C8B-B14F-4D97-AF65-F5344CB8AC3E}">
        <p14:creationId xmlns:p14="http://schemas.microsoft.com/office/powerpoint/2010/main" val="15447452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549372-6E03-4A13-8BB0-17226307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Adversarial release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ADCB4-1BCF-47B1-9D0B-B091C657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BBCEB-9CF7-43A0-8086-0DA8690C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0955B-17C0-4102-A7CB-EBD5B206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RAW PII EGRESS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57675-FDFB-435F-B53A-7FC8F611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668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Known canaries reached the mock provider only after tokenization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8B0BD-D20D-4308-815F-70D3C12E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4859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9D620-ECAB-4B09-9381-C548D5C6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DA627-3ACD-4AE8-B115-77482416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TASK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3627B-42FA-47E2-B387-36C93E95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 unrelated submit action proposed by the provider was blocked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25495-A284-471F-BEF1-BB8C7782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846853-F9A2-4089-9AB3-B08B8FBD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EB600-AA06-431C-9513-B2D24A56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CROSS ORIGIN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32A9C5-D9F6-4F7A-B062-ED5368C4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private capability could not fill a field in another frame origin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B84857-E7A6-4481-9793-92C9BEE8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766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045FC-9834-4AC4-B143-94976DBC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641B01-8B58-409C-A6C5-0DC9C621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VISUAL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8A733D-79A5-4F42-A75C-EC87F627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529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Block and allow-once paths both preserved pixel freshness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46F757-5369-4418-A411-E0683ADC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719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F01875-58F3-460C-A29B-78C6749F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7985BF-0B76-4A22-8871-C5CD7110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LARGE PAGE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21ED25-42AE-4586-BC7F-770DDF15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482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 graphs through 20,000 generated nodes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C80F45-8C55-4ADE-B892-276465FC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67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</p:spTree>
    <p:extLst>
      <p:ext uri="{BB962C8B-B14F-4D97-AF65-F5344CB8AC3E}">
        <p14:creationId xmlns:p14="http://schemas.microsoft.com/office/powerpoint/2010/main" val="630500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11599C-AB0E-4909-A152-6E51AEB6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Team knowledge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2A839-8886-42B9-8527-0AD4D494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BB97C-6B6A-4A85-80A9-F397A969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0ADD3-0C94-4C3D-A559-55FCD3E6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PRODUCT + 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C5698-D4D1-4961-A8E5-29CDB5FC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Jethin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Shubhangi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Ishu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96D89-7ED1-494A-8FAE-CD656FE6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9B8E5-EDAB-4779-809C-01C9C9A2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Side panel, demo flow, action schema, confirmation and browser execution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B7AF7-A40C-492B-983E-E50CC291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71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PRIVACY + SERVER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F48E0-57B0-4B56-9C07-3FCF43D7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Divyam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Maan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Jethin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14972-01C1-458F-A00F-A52D0CA0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14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FDF65-D9D0-455D-B0DC-37E9A082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PII pipeline, aliases, egress barrier, local planner and provider security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13688-3E1C-43DC-8A3D-EF85CB86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VISION +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38ABEB-D699-463A-BB17-E788E86A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43125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Shreya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Ishu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Maan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F99B28-C697-458D-914E-783C5B49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507FB-B060-4FB0-B916-A1012149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OCR, visual masks, test harness, five SIH metrics and presentation recovery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3070D-445E-4686-A4C8-6F7E5887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Every technical area has three people. Every member appears in more than one area.</a:t>
            </a:r>
          </a:p>
        </p:txBody>
      </p:sp>
    </p:spTree>
    <p:extLst>
      <p:ext uri="{BB962C8B-B14F-4D97-AF65-F5344CB8AC3E}">
        <p14:creationId xmlns:p14="http://schemas.microsoft.com/office/powerpoint/2010/main" val="14673298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57A68-8BFB-49FF-ADB3-CF5714E2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Current product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02806-DF80-4C82-AA5D-E556D5B0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24810-EFD0-40FD-9D9D-06F02219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80197-B7A2-40FC-88C3-F0143F1D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Ready to demonstrate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9AB9A-2FE0-455B-9143-BC590F1F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Chrome runtime verified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Firefox package schema verified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On-device OCR and masks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Authenticated local planner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Reproducible evaluation and releases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EA25E-9CAB-403C-B15D-3275AB56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C9F75-B067-4B1F-84BC-773D90A7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04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Still research or production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328CFF-B708-4FFA-96A2-5FFF1ED9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Browser-store signing and review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Broad real-world PII and vision datasets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Privileged browser surfaces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Enterprise operations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Independent security assessment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64518-D7F3-4F4F-A884-A2E45F59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57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72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DF2CE-A670-4763-A293-78C65A8A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24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DEMO  ·  Inspect page  /  Fill private value  /  Mask Canvas PII  /  Block and allow action</a:t>
            </a:r>
          </a:p>
        </p:txBody>
      </p:sp>
    </p:spTree>
    <p:extLst>
      <p:ext uri="{BB962C8B-B14F-4D97-AF65-F5344CB8AC3E}">
        <p14:creationId xmlns:p14="http://schemas.microsoft.com/office/powerpoint/2010/main" val="15513434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2026-09-04T16:28:51.2890000Z</dcterms:created>
  <dcterms:modified xsi:type="dcterms:W3CDTF">2026-09-04T16:28:51.2890000Z</dcterms:modified>
</coreProperties>
</file>