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0e4d7982f4a54" /><Relationship Type="http://schemas.openxmlformats.org/officeDocument/2006/relationships/extended-properties" Target="/docProps/app.xml" Id="R4fcbf2bc899c4f70" /><Relationship Type="http://schemas.openxmlformats.org/officeDocument/2006/relationships/officeDocument" Target="/ppt/presentation.xml" Id="R4d359ef1e3e8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ff1df2e00474c"/>
  </p:sldMasterIdLst>
  <p:notesMasterIdLst>
    <p:notesMasterId xmlns:r="http://schemas.openxmlformats.org/officeDocument/2006/relationships" r:id="Rc88c529b1c87431f"/>
  </p:notesMasterIdLst>
  <p:sldIdLst>
    <p:sldId xmlns:r="http://schemas.openxmlformats.org/officeDocument/2006/relationships" id="256" r:id="R512c5ca315534024"/>
    <p:sldId xmlns:r="http://schemas.openxmlformats.org/officeDocument/2006/relationships" id="257" r:id="R4375cf9c508f4522"/>
    <p:sldId xmlns:r="http://schemas.openxmlformats.org/officeDocument/2006/relationships" id="258" r:id="Rfd0e4824c08045e2"/>
    <p:sldId xmlns:r="http://schemas.openxmlformats.org/officeDocument/2006/relationships" id="259" r:id="Rff8f6fef13aa41e5"/>
    <p:sldId xmlns:r="http://schemas.openxmlformats.org/officeDocument/2006/relationships" id="260" r:id="R80f7f0b6637c4f9f"/>
    <p:sldId xmlns:r="http://schemas.openxmlformats.org/officeDocument/2006/relationships" id="261" r:id="R31a7236f250f4b24"/>
    <p:sldId xmlns:r="http://schemas.openxmlformats.org/officeDocument/2006/relationships" id="262" r:id="R749c702b72924400"/>
    <p:sldId xmlns:r="http://schemas.openxmlformats.org/officeDocument/2006/relationships" id="263" r:id="R2b54779481c049f0"/>
    <p:sldId xmlns:r="http://schemas.openxmlformats.org/officeDocument/2006/relationships" id="264" r:id="R5c83d246743a440e"/>
    <p:sldId xmlns:r="http://schemas.openxmlformats.org/officeDocument/2006/relationships" id="265" r:id="R131db82c29994196"/>
    <p:sldId xmlns:r="http://schemas.openxmlformats.org/officeDocument/2006/relationships" id="266" r:id="R2235eed4153b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c407d9358401a" /><Relationship Type="http://schemas.openxmlformats.org/officeDocument/2006/relationships/slideMaster" Target="/ppt/slideMasters/slideMaster1.xml" Id="R697ff1df2e00474c" /><Relationship Type="http://schemas.openxmlformats.org/officeDocument/2006/relationships/notesMaster" Target="/ppt/notesMasters/notesMaster1.xml" Id="Rc88c529b1c87431f" /><Relationship Type="http://schemas.openxmlformats.org/officeDocument/2006/relationships/presProps" Target="/ppt/presProps.xml" Id="R4450e5dd0e944bb5" /><Relationship Type="http://schemas.openxmlformats.org/officeDocument/2006/relationships/tableStyles" Target="/ppt/tableStyles.xml" Id="R6e613a27ce854452" /><Relationship Type="http://schemas.openxmlformats.org/officeDocument/2006/relationships/slide" Target="/ppt/slides/slide1.xml" Id="R512c5ca315534024" /><Relationship Type="http://schemas.openxmlformats.org/officeDocument/2006/relationships/slide" Target="/ppt/slides/slide2.xml" Id="R4375cf9c508f4522" /><Relationship Type="http://schemas.openxmlformats.org/officeDocument/2006/relationships/slide" Target="/ppt/slides/slide3.xml" Id="Rfd0e4824c08045e2" /><Relationship Type="http://schemas.openxmlformats.org/officeDocument/2006/relationships/slide" Target="/ppt/slides/slide4.xml" Id="Rff8f6fef13aa41e5" /><Relationship Type="http://schemas.openxmlformats.org/officeDocument/2006/relationships/slide" Target="/ppt/slides/slide5.xml" Id="R80f7f0b6637c4f9f" /><Relationship Type="http://schemas.openxmlformats.org/officeDocument/2006/relationships/slide" Target="/ppt/slides/slide6.xml" Id="R31a7236f250f4b24" /><Relationship Type="http://schemas.openxmlformats.org/officeDocument/2006/relationships/slide" Target="/ppt/slides/slide7.xml" Id="R749c702b72924400" /><Relationship Type="http://schemas.openxmlformats.org/officeDocument/2006/relationships/slide" Target="/ppt/slides/slide8.xml" Id="R2b54779481c049f0" /><Relationship Type="http://schemas.openxmlformats.org/officeDocument/2006/relationships/slide" Target="/ppt/slides/slide9.xml" Id="R5c83d246743a440e" /><Relationship Type="http://schemas.openxmlformats.org/officeDocument/2006/relationships/slide" Target="/ppt/slides/slide10.xml" Id="R131db82c29994196" /><Relationship Type="http://schemas.openxmlformats.org/officeDocument/2006/relationships/slide" Target="/ppt/slides/slide11.xml" Id="R2235eed4153b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a31cfd4f74c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d3a9a300524a21" /><Relationship Type="http://schemas.openxmlformats.org/officeDocument/2006/relationships/notesMaster" Target="/ppt/notesMasters/notesMaster1.xml" Id="R75e688c2f860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16fe91e4f4b00" /><Relationship Type="http://schemas.openxmlformats.org/officeDocument/2006/relationships/notesMaster" Target="/ppt/notesMasters/notesMaster1.xml" Id="Rc0706251cf58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a979b313546f4" /><Relationship Type="http://schemas.openxmlformats.org/officeDocument/2006/relationships/notesMaster" Target="/ppt/notesMasters/notesMaster1.xml" Id="Rb32f91cfea00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92f6b2169490c" /><Relationship Type="http://schemas.openxmlformats.org/officeDocument/2006/relationships/notesMaster" Target="/ppt/notesMasters/notesMaster1.xml" Id="R1243d5bd0056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d73fd76d9c43e2" /><Relationship Type="http://schemas.openxmlformats.org/officeDocument/2006/relationships/notesMaster" Target="/ppt/notesMasters/notesMaster1.xml" Id="R5511efe3f93d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8d1a22a364212" /><Relationship Type="http://schemas.openxmlformats.org/officeDocument/2006/relationships/notesMaster" Target="/ppt/notesMasters/notesMaster1.xml" Id="R1ff8236c1843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e2484bd984895" /><Relationship Type="http://schemas.openxmlformats.org/officeDocument/2006/relationships/notesMaster" Target="/ppt/notesMasters/notesMaster1.xml" Id="R342342ced5c8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8aa61f698c4338" /><Relationship Type="http://schemas.openxmlformats.org/officeDocument/2006/relationships/notesMaster" Target="/ppt/notesMasters/notesMaster1.xml" Id="R5edb3baebe2c48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8fdb1f66b41b5" /><Relationship Type="http://schemas.openxmlformats.org/officeDocument/2006/relationships/notesMaster" Target="/ppt/notesMasters/notesMaster1.xml" Id="R8132a07695134b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8c671cd08d405f" /><Relationship Type="http://schemas.openxmlformats.org/officeDocument/2006/relationships/notesMaster" Target="/ppt/notesMasters/notesMaster1.xml" Id="R64ee05f3f88e40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90d793feb346d7" /><Relationship Type="http://schemas.openxmlformats.org/officeDocument/2006/relationships/notesMaster" Target="/ppt/notesMasters/notesMaster1.xml" Id="R2b812806e103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53e145ae6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5c2b0186644e1" /><Relationship Type="http://schemas.openxmlformats.org/officeDocument/2006/relationships/slideLayout" Target="/ppt/slideLayouts/slideLayout1.xml" Id="R823e837708b2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e837708b2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fe78408724990" /><Relationship Type="http://schemas.openxmlformats.org/officeDocument/2006/relationships/notesSlide" Target="/ppt/notesSlides/notesSlide1.xml" Id="Rb117a639f0c041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a34f90cb440d4" /><Relationship Type="http://schemas.openxmlformats.org/officeDocument/2006/relationships/notesSlide" Target="/ppt/notesSlides/notesSlide2.xml" Id="Rd76e10866a5b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7b2996a2f4542" /><Relationship Type="http://schemas.openxmlformats.org/officeDocument/2006/relationships/notesSlide" Target="/ppt/notesSlides/notesSlide3.xml" Id="Ra55a75f57105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858cb39d94aa3" /><Relationship Type="http://schemas.openxmlformats.org/officeDocument/2006/relationships/notesSlide" Target="/ppt/notesSlides/notesSlide4.xml" Id="R71f65eefa972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ed939b9a54185" /><Relationship Type="http://schemas.openxmlformats.org/officeDocument/2006/relationships/notesSlide" Target="/ppt/notesSlides/notesSlide5.xml" Id="R5b3a1638ede7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a7d32b0ae4c61" /><Relationship Type="http://schemas.openxmlformats.org/officeDocument/2006/relationships/image" Target="/ppt/media/image.png" Id="R6745bc84cff24518" /><Relationship Type="http://schemas.openxmlformats.org/officeDocument/2006/relationships/notesSlide" Target="/ppt/notesSlides/notesSlide6.xml" Id="R2c29752f995a4d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a5cf6f4b54174" /><Relationship Type="http://schemas.openxmlformats.org/officeDocument/2006/relationships/notesSlide" Target="/ppt/notesSlides/notesSlide7.xml" Id="R03161ec776a0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40aac492b4f3e" /><Relationship Type="http://schemas.openxmlformats.org/officeDocument/2006/relationships/chart" Target="/ppt/slides/charts/chart1.xml" Id="Ra397813ba62245ef" /><Relationship Type="http://schemas.openxmlformats.org/officeDocument/2006/relationships/notesSlide" Target="/ppt/notesSlides/notesSlide8.xml" Id="R463c2493bf974e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905648dbd4732" /><Relationship Type="http://schemas.openxmlformats.org/officeDocument/2006/relationships/notesSlide" Target="/ppt/notesSlides/notesSlide9.xml" Id="R3dee5b031d5a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3dac86a514ff6" /><Relationship Type="http://schemas.openxmlformats.org/officeDocument/2006/relationships/notesSlide" Target="/ppt/notesSlides/notesSlide10.xml" Id="R6b6127584b24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2f8deac5e40f2" /><Relationship Type="http://schemas.openxmlformats.org/officeDocument/2006/relationships/notesSlide" Target="/ppt/notesSlides/notesSlide11.xml" Id="R5ff884df43ab40c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Lit>
              <c:ptCount val="4"/>
              <c:pt idx="0">
                <c:v>1k</c:v>
              </c:pt>
              <c:pt idx="1">
                <c:v>5k</c:v>
              </c:pt>
              <c:pt idx="2">
                <c:v>10k</c:v>
              </c:pt>
              <c:pt idx="3">
                <c:v>20k</c:v>
              </c:pt>
            </c:strLit>
          </c:cat>
          <c:val>
            <c:numLit>
              <c:formatCode>General</c:formatCode>
              <c:ptCount val="4"/>
              <c:pt idx="0">
                <c:v>52.7</c:v>
              </c:pt>
              <c:pt idx="1">
                <c:v>90.6</c:v>
              </c:pt>
              <c:pt idx="2">
                <c:v>95.3</c:v>
              </c:pt>
              <c:pt idx="3">
                <c:v>97.7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5B58-8DAF-4559-9113-393606E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5C339-80E3-4F53-A38F-40B20C7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D265-16B3-4EB5-9965-BFBB3C1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FFE5-E088-4269-BC3C-89EBFE97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DB499-6160-4BD0-9338-CCA0F119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6644C-33BC-441A-816E-9DD1B2C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2C0E0-EA26-400C-9091-A8067A2F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1358018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D2BA-DDF8-4D0D-8006-2B1C2C4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4F9C6-CA38-47EE-8550-C801E3AA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2E9C9-FE1A-48D8-90DD-909C49D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5C7F7-433F-4726-9556-1E8B29EA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5749F-5F3C-4B99-98F7-D797D53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5E958-60DD-4E00-AE8E-8FE14B60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31C1-9662-491E-B2A9-71629DF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4880-D2D9-477B-94B9-06E3C34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5F72-3FF7-46A0-BA2E-511E1C1F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ADB7C-93B8-4298-9E05-EA4141F1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EDF57-D670-469D-8AD5-6BC61CC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882A4-7700-46C8-ACC4-63BDC94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546103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ABF0B-3937-4078-8807-A1AB540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7038-5FD9-4BAD-8317-9373271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FF102-C6D5-4B48-BCED-A5E72B6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EF94-8CAC-4793-93FD-15F2FE8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55BBA-74AC-423E-87D2-D22083E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65D06-AC93-45CB-BFF0-C17FA4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7B78-8308-42C9-8791-C54D190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7A6B3-3620-4FA5-BBAF-877DB535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E0ED3-F00D-46BA-A508-A74AEEFB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F664D-A79D-44A0-A164-35EB73B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6179C-ED2E-4554-9E2A-9590126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54400-2326-4918-935D-54D204D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B920D-EB33-4407-A58B-CE4A0323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76DCB-E10A-456D-A899-4EAEB4D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781E6-D8F5-4CE7-B573-B3BDF27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4A373-BC44-4816-AB41-47B6D5D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212DD-AC73-4D60-AE0F-1A2E4C7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ED278-359B-46A3-8F90-4115477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2764A-901D-4B49-9065-F1CBE6A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233026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4E215-D730-4A0B-88CE-2F73BA6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CF89C-B015-40FC-B6C6-AA0320A1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6166-D525-441D-8885-89CEC553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56F3-52CB-4925-8848-2FEF102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40D2B-1AA2-4B4D-95F1-779BBD24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0A553-66D0-412B-B0F7-72C91FDA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2D169-447F-447E-AB9C-C488263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B2109-9C10-4C8C-B6F9-7D70E5F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9B561-7EFB-45F0-81A0-2F3C4D3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9E6BC-29FE-4300-9D32-8B92F28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36978-CAAC-4801-AF6D-AC35BBA5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05616-8D92-4EF4-8500-D6876146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9A7F3-6409-4271-8F28-B1D2E73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E167A-CD3C-4D8F-89CA-CBB4807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4D536-6081-4D16-A586-6A4EA88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118C8-90CE-4C51-A32C-0B69925F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7793C-E695-439B-876F-10747D6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D4488-8EA5-4017-8CA5-52C448B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9E40F-B53A-47D5-8E8B-563D2FC7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FB0AB-4DEA-420B-B9F0-3B8D8E91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4ACC8-40B4-46CA-BD44-C8FD23B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43E94-2916-4376-AD2A-970D1DE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089E2-114C-4F98-B1C8-348DEC8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172160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1EAF6-E422-4878-AEE6-BEE5F82F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88890-2B4A-4A12-8A40-A859113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07101-799B-4FB0-9FB9-5BCA3901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CFD46-BDAE-4119-9CC7-99DDD4A5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DD1A1-8C36-46E0-B690-FA81D33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9B456-1B10-4C9C-8BD6-40587F5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6CCC6-96A8-478C-A265-ACF6923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EC76-E8C4-446B-B59C-9772F25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1516B-430E-4D0A-AEA1-A9E4D86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EEF03-D13B-42EF-AD60-0A8426C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56960-A12D-471E-989B-F7A2BB1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E4B4-4454-4A15-A66C-E5E4418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321A3-4A0C-4F30-9269-F6B2A303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F7439-E1A7-47AB-8B43-5B6C273C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15BF0-78E0-4784-B3A7-89407DF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56197-E0C3-4558-ABE3-6230E76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F6CD1-C463-49BC-8A08-A7B0A5DF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06ADC-C018-473E-996C-31EE081D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418483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4C4D2-B9BA-4E97-8894-25E99B5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B1C16-4653-46CF-A211-EBA64D0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92EDE-D44B-4818-95CD-D6E8619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5bc84cff24518"/>
          <a:stretch xmlns:a="http://schemas.openxmlformats.org/drawingml/2006/main"/>
        </p:blipFill>
        <p:spPr>
          <a:xfrm xmlns:a="http://schemas.openxmlformats.org/drawingml/2006/main">
            <a:off x="2023330" y="1257300"/>
            <a:ext cx="1477839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E0BDF-D696-4AA1-9112-C9C801C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43F8-E6B1-4E55-A689-2EE9E25E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EF470-3942-42BA-A8A7-F51B09A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F08C3-C87B-478B-B5A0-0AD6C848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63FBD-ABA0-4E82-8037-1BF4A15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F6C58-9329-4EDE-9DB4-75E4CE0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3DE75-BEA0-4175-BD3A-65E82BE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F7B38-4CB6-492B-B555-A2915A6A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4B1F1-D00B-4C13-9804-162CDBF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75862-ABDA-4CB2-8992-E382815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130CB-8567-402D-A3DE-AEC8C15E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22DA-7DE2-4CBB-B972-0452F10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268350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2E78C-BEB0-4F4E-AF7A-83CAE085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B2800-BCA5-484A-9593-A68D9B40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60746-AF8F-4132-B971-55941847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960CE-72E2-420A-A86F-11BAF2B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6B1C-295A-49D8-8149-EE45551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51ACB-7C72-4FD7-9497-9A112E6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975B9-7793-4789-A834-4C2F4CCD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8807A-8B6C-4BD9-A674-E776EC28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AD53B-9893-43D2-AFAB-A772BE5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AB293-C185-4012-84EE-F3FCE069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825E8-BDFE-40C9-BE98-453652C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42B0E-7326-4AE6-AB47-36D597B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CE76-10A2-407E-A63B-F41BE0BB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5176B-EFCB-4E80-9FF4-D57B807F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5649C-0C87-437B-B0CF-A051603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9672A-54A8-42A4-82C8-C90A5DA9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045D5-174A-44AE-8791-446E087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F151A-8FA1-483B-AD31-2572B44B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E0156-6F52-434B-9C09-55A634F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7347C-37C6-4377-9F7B-B49ECE9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B5F01-048C-4EBA-9F78-13BC9170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DBED1-A419-413E-90A8-451DC7C3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6296A-2084-4C7A-8A02-0E39267F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0FEC0-AE24-4839-A7BF-FCC74B5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1495156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1AF85-1723-473F-ACB3-9E2F518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F4756-58DB-4A1E-A0F6-48172730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F425B-40A9-457C-9B12-87E81425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97813ba62245e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E858-46F9-4C8D-88FC-7AA1C381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60BDB-5F16-4219-814D-D26EED80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8EE8-3836-431C-9844-DC491CF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F148D-488C-44A3-89FE-CD4BA647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15.36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5D93-BCC7-4A17-97A8-1F671137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221B7-D20D-4149-81F1-5D615CE3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BEB91-7315-4143-957F-AB88D35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FFAE6-F2FD-4372-8CF4-15870EDB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694433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4AFF8-3652-4EA1-86F1-A513C46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C0D19-ABD9-4911-8974-0329395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3DD1C-20EE-4728-A230-FFE1457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2522C-47F4-416D-B3CE-AFBF802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9B635-C957-4446-90DA-901C1B8E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99006-5AF5-4458-90B4-F00D7D1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17F2D-3431-4741-AD26-D7471F0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65B0D-6817-4C90-AB4B-8AF67B1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3DD67-33DB-454D-B4C4-81E5189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913B-6D94-483D-BAA8-C64CA44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00EC8-2238-4770-AC64-11823B52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AA633-B888-43C8-9E43-2654CA46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CBA53-5BA3-42DA-A004-575DACC7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7A3FB-BDED-4F5B-8F94-72DD05C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166C0-55B6-4C7D-9426-B2DC1CE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22847-7770-48F5-AE6A-6D08618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DD325-9C1B-43CD-BBE0-B2D9E54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35641-3939-426E-84BB-626B5F2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4B8B8-ED40-484F-AB40-21DEA932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07350-11BA-497C-ADC5-F71CF627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80590-E22F-433C-A7EB-EA7D49D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8E73D-4AC6-4C35-9160-4804FBD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046546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0F106-6528-4100-A6CE-6B8BECD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92C5-34C6-4A67-B35F-DE22E37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5806A-0CBE-4811-B1FB-6F96728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60DA1-79FA-4FD2-8691-0FDEDD5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CB625-8F1E-4B38-851E-90A81D1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0A3D-BB41-4236-9DE8-4A9B700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AF922-CA95-4D00-9E55-221996E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6251A-348A-4F01-83D0-5F80DCC5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BBBD4-F7FC-43E3-8B8A-1DE76DFC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4AF60-2A3A-43BC-804E-1C36E14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EC281-795B-408A-B308-0BD6F876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F493D-4BF1-4EC2-BA7B-DDA7EA8E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9AF30-0829-4D62-8216-A1768699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1453E-CC41-4F3D-81CB-65829E2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96E5E-6FED-4515-AACB-52748166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0CA4F-75C3-4B81-BCCD-F1A47AE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4349945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7676C-C868-4498-AE3F-96D320AF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1A2F5-7B2D-4C8D-88B9-4E44FC7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D98F0-CFB0-448C-B795-169A36D1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1E4C4-1691-4ED5-AF22-B05F96F2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5FFF6-3B8B-45FC-B5A3-9EC7EC19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runtime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package schema verified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Authenticated local planner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1077D-298D-4703-A9BF-4AB128C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56901-EAA6-4E3C-81DD-2F3DCF4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22E84-9349-48A4-B901-B21F5E18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Browser-store signing and review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datasets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operations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FD491-8C72-4C40-A54F-39D81B9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C671-AF20-48B5-BE47-70A73C9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537104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2026-09-04T16:29:55.6250000Z</dcterms:created>
  <dcterms:modified xsi:type="dcterms:W3CDTF">2026-09-04T16:29:55.6250000Z</dcterms:modified>
</coreProperties>
</file>